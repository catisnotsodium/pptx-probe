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8" r:id="rId2"/>
    <p:sldId id="259" r:id="rId3"/>
    <p:sldId id="260" r:id="rId4"/>
    <p:sldId id="261" r:id="rId5"/>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EB4"/>
    <a:srgbClr val="F8F6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33936F-B371-EE48-B16F-9B3DE3347DF2}" v="15" dt="2026-03-26T02:39:04.193"/>
    <p1510:client id="{CB25C46D-0FAE-2440-A2AD-91E10B6C2EEF}" v="666" dt="2026-03-26T03:21:33.1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55"/>
    <p:restoredTop sz="94603"/>
  </p:normalViewPr>
  <p:slideViewPr>
    <p:cSldViewPr snapToGrid="0">
      <p:cViewPr>
        <p:scale>
          <a:sx n="87" d="100"/>
          <a:sy n="87" d="100"/>
        </p:scale>
        <p:origin x="14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E430-3AD9-F141-A22E-3A26D011E6C3}" type="datetimeFigureOut">
              <a:rPr lang="en-TH" smtClean="0"/>
              <a:t>1/4/2026 R</a:t>
            </a:fld>
            <a:endParaRPr lang="en-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8F0BB6-4127-6644-8200-D2B16A955214}" type="slidenum">
              <a:rPr lang="en-TH" smtClean="0"/>
              <a:t>‹#›</a:t>
            </a:fld>
            <a:endParaRPr lang="en-TH"/>
          </a:p>
        </p:txBody>
      </p:sp>
    </p:spTree>
    <p:extLst>
      <p:ext uri="{BB962C8B-B14F-4D97-AF65-F5344CB8AC3E}">
        <p14:creationId xmlns:p14="http://schemas.microsoft.com/office/powerpoint/2010/main" val="3883704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625C-5AC5-2A94-F35C-B288EAF7EE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8552891B-0412-AA86-D929-A0F697D957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DEDA4D2A-B793-87EB-C60F-074A6D4043B7}"/>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5" name="Footer Placeholder 4">
            <a:extLst>
              <a:ext uri="{FF2B5EF4-FFF2-40B4-BE49-F238E27FC236}">
                <a16:creationId xmlns:a16="http://schemas.microsoft.com/office/drawing/2014/main" id="{63A99296-761B-57F3-1D06-2A07BEAE0ABA}"/>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13A59238-3294-A880-FFB9-0D16C46815E5}"/>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36930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F5AF-62D8-4E4A-211B-E22168BE7A93}"/>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33B24D27-F967-A207-78F7-0F612C78FD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174E5A0F-A09B-B0E8-9D62-F660D983FCA6}"/>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5" name="Footer Placeholder 4">
            <a:extLst>
              <a:ext uri="{FF2B5EF4-FFF2-40B4-BE49-F238E27FC236}">
                <a16:creationId xmlns:a16="http://schemas.microsoft.com/office/drawing/2014/main" id="{AF300CA9-17EC-FC7F-C169-E7B2D4ADA00C}"/>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C130AB30-7AEA-B2A6-E843-1A1FD676078D}"/>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3150288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2BE16-140F-918B-C7E1-487AD34A12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71520A71-E63E-2C5F-083B-77DA3BE744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729321-0CF8-70B7-839D-A70DA09704C5}"/>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5" name="Footer Placeholder 4">
            <a:extLst>
              <a:ext uri="{FF2B5EF4-FFF2-40B4-BE49-F238E27FC236}">
                <a16:creationId xmlns:a16="http://schemas.microsoft.com/office/drawing/2014/main" id="{54557A39-74FD-46F7-B15F-9047FC1469C8}"/>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4B494CF6-56E8-752F-628F-6260295B90BC}"/>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261475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4A2E-293E-5067-C922-BCD119BE2587}"/>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36180D14-0BFE-67B6-45BA-154FDEE198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6EABD004-13F8-35F7-9880-31BAA228E2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227A8511-26FE-BBFA-74BB-328A78E8F3F5}"/>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6" name="Footer Placeholder 5">
            <a:extLst>
              <a:ext uri="{FF2B5EF4-FFF2-40B4-BE49-F238E27FC236}">
                <a16:creationId xmlns:a16="http://schemas.microsoft.com/office/drawing/2014/main" id="{DDC240E0-CEFA-C741-79F5-22C5845D0C4B}"/>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C6CC4A2A-0BD1-1E67-D0BE-A69789602403}"/>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255095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86D5C-455D-6820-6E67-0C7E0195C730}"/>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AA8BBBF0-87EF-602A-96D4-B5907BD879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647933-C82D-FC5F-6A6E-4EE73F4361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F310ABD9-01BF-2783-047A-E6B129019E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798220-0F72-AB40-2764-6693FEE63F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F7A651FA-34BA-AD6B-881E-7251FBC8DE5E}"/>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8" name="Footer Placeholder 7">
            <a:extLst>
              <a:ext uri="{FF2B5EF4-FFF2-40B4-BE49-F238E27FC236}">
                <a16:creationId xmlns:a16="http://schemas.microsoft.com/office/drawing/2014/main" id="{D84175FF-5888-8F58-3D1C-00A9146C1232}"/>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2EB99A47-A91E-DC74-1E97-4462410EE840}"/>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288308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BFCD2-54A0-B918-F7A8-D04736863612}"/>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CC09E963-C4AB-0144-1B64-C85143789556}"/>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4" name="Footer Placeholder 3">
            <a:extLst>
              <a:ext uri="{FF2B5EF4-FFF2-40B4-BE49-F238E27FC236}">
                <a16:creationId xmlns:a16="http://schemas.microsoft.com/office/drawing/2014/main" id="{B1A65DA4-8ACC-1442-2176-E178F18AD112}"/>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0E6F3300-B41D-A74A-7D54-22AA30CA1A35}"/>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288762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37430E-4DB0-E4D7-3EBB-502F24592D7E}"/>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3" name="Footer Placeholder 2">
            <a:extLst>
              <a:ext uri="{FF2B5EF4-FFF2-40B4-BE49-F238E27FC236}">
                <a16:creationId xmlns:a16="http://schemas.microsoft.com/office/drawing/2014/main" id="{0A6BBFD6-54B3-DA93-297E-01A69E58F1E9}"/>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6A5B84F0-8116-9B5E-3ACA-133501EB7507}"/>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784482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1FE32-05BA-1853-FC8A-5D360E1094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0C62DABB-5776-EC91-38B4-E4132CC41B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14A13F7C-2AA4-A3AF-BADB-9B181C8CA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CB40C5-3A77-FD97-7067-E170EA551B51}"/>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6" name="Footer Placeholder 5">
            <a:extLst>
              <a:ext uri="{FF2B5EF4-FFF2-40B4-BE49-F238E27FC236}">
                <a16:creationId xmlns:a16="http://schemas.microsoft.com/office/drawing/2014/main" id="{EC9ACE0C-CE69-DE36-B62C-453E46DB5463}"/>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A1EC14FC-060C-8C89-4D26-E19DA32EAF89}"/>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246867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EFFC-4F1E-733C-CC76-513B13B74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D8846830-15C1-F1EB-995E-1B2E536D8C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15738570-5BE7-18F1-7BBF-74755CFC4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E4598-0126-6FD8-513B-0A90045990E1}"/>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6" name="Footer Placeholder 5">
            <a:extLst>
              <a:ext uri="{FF2B5EF4-FFF2-40B4-BE49-F238E27FC236}">
                <a16:creationId xmlns:a16="http://schemas.microsoft.com/office/drawing/2014/main" id="{A324F456-8F2A-1170-8B2C-68F8253302CA}"/>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1719FC53-F421-06CF-E5C4-FD37B76144D2}"/>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4208288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70D79-FD87-AD16-3DC3-878FD0716CB7}"/>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0F4F7395-FFEE-BA1B-6EA6-0F0974968F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760A629D-5575-6390-2252-30793CD6D248}"/>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5" name="Footer Placeholder 4">
            <a:extLst>
              <a:ext uri="{FF2B5EF4-FFF2-40B4-BE49-F238E27FC236}">
                <a16:creationId xmlns:a16="http://schemas.microsoft.com/office/drawing/2014/main" id="{64E98FBE-EA91-9A57-6C09-091BB0096578}"/>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458A6087-A839-4233-A96B-D6D9C85E3523}"/>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1150575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0CCE40-0193-35CB-E0FF-F11CBAAE59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A5D91B87-8A0F-96BF-A971-698745C2F4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3C8CDC67-3209-D708-43CC-C417E170F3A9}"/>
              </a:ext>
            </a:extLst>
          </p:cNvPr>
          <p:cNvSpPr>
            <a:spLocks noGrp="1"/>
          </p:cNvSpPr>
          <p:nvPr>
            <p:ph type="dt" sz="half" idx="10"/>
          </p:nvPr>
        </p:nvSpPr>
        <p:spPr/>
        <p:txBody>
          <a:bodyPr/>
          <a:lstStyle/>
          <a:p>
            <a:fld id="{88EBF160-51D9-2F48-BE60-5898CA467DC0}" type="datetimeFigureOut">
              <a:rPr lang="en-TH" smtClean="0"/>
              <a:t>1/4/2026 R</a:t>
            </a:fld>
            <a:endParaRPr lang="en-TH"/>
          </a:p>
        </p:txBody>
      </p:sp>
      <p:sp>
        <p:nvSpPr>
          <p:cNvPr id="5" name="Footer Placeholder 4">
            <a:extLst>
              <a:ext uri="{FF2B5EF4-FFF2-40B4-BE49-F238E27FC236}">
                <a16:creationId xmlns:a16="http://schemas.microsoft.com/office/drawing/2014/main" id="{9441CA0F-7C69-5BAD-1B64-E49310149134}"/>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C18F352E-F146-AB5E-CE59-6C83A30E0842}"/>
              </a:ext>
            </a:extLst>
          </p:cNvPr>
          <p:cNvSpPr>
            <a:spLocks noGrp="1"/>
          </p:cNvSpPr>
          <p:nvPr>
            <p:ph type="sldNum" sz="quarter" idx="12"/>
          </p:nvPr>
        </p:nvSpPr>
        <p:spPr/>
        <p:txBody>
          <a:bodyPr/>
          <a:lstStyle/>
          <a:p>
            <a:fld id="{46335A4C-24C5-F348-B703-FABC63570F54}" type="slidenum">
              <a:rPr lang="en-TH" smtClean="0"/>
              <a:t>‹#›</a:t>
            </a:fld>
            <a:endParaRPr lang="en-TH"/>
          </a:p>
        </p:txBody>
      </p:sp>
    </p:spTree>
    <p:extLst>
      <p:ext uri="{BB962C8B-B14F-4D97-AF65-F5344CB8AC3E}">
        <p14:creationId xmlns:p14="http://schemas.microsoft.com/office/powerpoint/2010/main" val="186212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3E6AF-816B-E8F5-26F0-8D03CDD39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0F2ABFA1-12C6-51B8-C055-083A316130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EF495FF4-1A85-D9C9-CDA2-89144E17B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EBF160-51D9-2F48-BE60-5898CA467DC0}" type="datetimeFigureOut">
              <a:rPr lang="en-TH" smtClean="0"/>
              <a:t>1/4/2026 R</a:t>
            </a:fld>
            <a:endParaRPr lang="en-TH"/>
          </a:p>
        </p:txBody>
      </p:sp>
      <p:sp>
        <p:nvSpPr>
          <p:cNvPr id="5" name="Footer Placeholder 4">
            <a:extLst>
              <a:ext uri="{FF2B5EF4-FFF2-40B4-BE49-F238E27FC236}">
                <a16:creationId xmlns:a16="http://schemas.microsoft.com/office/drawing/2014/main" id="{20D6FA6A-3EF9-0EF3-8F15-02A41B2FFC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H"/>
          </a:p>
        </p:txBody>
      </p:sp>
      <p:sp>
        <p:nvSpPr>
          <p:cNvPr id="6" name="Slide Number Placeholder 5">
            <a:extLst>
              <a:ext uri="{FF2B5EF4-FFF2-40B4-BE49-F238E27FC236}">
                <a16:creationId xmlns:a16="http://schemas.microsoft.com/office/drawing/2014/main" id="{F2121554-7A01-C17E-F3EA-68A5CB2DAD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335A4C-24C5-F348-B703-FABC63570F54}" type="slidenum">
              <a:rPr lang="en-TH" smtClean="0"/>
              <a:t>‹#›</a:t>
            </a:fld>
            <a:endParaRPr lang="en-TH"/>
          </a:p>
        </p:txBody>
      </p:sp>
    </p:spTree>
    <p:extLst>
      <p:ext uri="{BB962C8B-B14F-4D97-AF65-F5344CB8AC3E}">
        <p14:creationId xmlns:p14="http://schemas.microsoft.com/office/powerpoint/2010/main" val="1932559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66EA8B-74D5-0D92-6569-B887B440C19A}"/>
              </a:ext>
            </a:extLst>
          </p:cNvPr>
          <p:cNvSpPr txBox="1"/>
          <p:nvPr/>
        </p:nvSpPr>
        <p:spPr>
          <a:xfrm>
            <a:off x="385548" y="206177"/>
            <a:ext cx="5346512" cy="4185761"/>
          </a:xfrm>
          <a:prstGeom prst="rect">
            <a:avLst/>
          </a:prstGeom>
          <a:solidFill>
            <a:srgbClr val="E9EEB4"/>
          </a:solidFill>
        </p:spPr>
        <p:txBody>
          <a:bodyPr wrap="square" rtlCol="0">
            <a:spAutoFit/>
          </a:bodyPr>
          <a:lstStyle/>
          <a:p>
            <a:r>
              <a:rPr lang="en-US" sz="1400" b="1" dirty="0">
                <a:solidFill>
                  <a:srgbClr val="FF0000"/>
                </a:solidFill>
                <a:latin typeface="Roboto Mono" pitchFamily="49" charset="0"/>
                <a:ea typeface="Roboto Mono" pitchFamily="49" charset="0"/>
              </a:rPr>
              <a:t>#!</a:t>
            </a:r>
            <a:r>
              <a:rPr lang="en-US" sz="1400" b="1" dirty="0" err="1">
                <a:solidFill>
                  <a:srgbClr val="FF0000"/>
                </a:solidFill>
                <a:latin typeface="Roboto Mono" pitchFamily="49" charset="0"/>
                <a:ea typeface="Roboto Mono" pitchFamily="49" charset="0"/>
              </a:rPr>
              <a:t>cat.hpp</a:t>
            </a:r>
            <a:endParaRPr lang="en-US" sz="1400" b="1" dirty="0">
              <a:solidFill>
                <a:srgbClr val="FF0000"/>
              </a:solidFill>
              <a:latin typeface="Roboto Mono" pitchFamily="49" charset="0"/>
              <a:ea typeface="Roboto Mono" pitchFamily="49" charset="0"/>
            </a:endParaRPr>
          </a:p>
          <a:p>
            <a:r>
              <a:rPr lang="en-US" sz="1400" dirty="0">
                <a:latin typeface="Roboto Mono" pitchFamily="49" charset="0"/>
                <a:ea typeface="Roboto Mono" pitchFamily="49" charset="0"/>
              </a:rPr>
              <a:t>#</a:t>
            </a:r>
            <a:r>
              <a:rPr lang="en-US" sz="1400" dirty="0" err="1">
                <a:latin typeface="Roboto Mono" pitchFamily="49" charset="0"/>
                <a:ea typeface="Roboto Mono" pitchFamily="49" charset="0"/>
              </a:rPr>
              <a:t>ifndef</a:t>
            </a:r>
            <a:r>
              <a:rPr lang="en-US" sz="1400" dirty="0">
                <a:latin typeface="Roboto Mono" pitchFamily="49" charset="0"/>
                <a:ea typeface="Roboto Mono" pitchFamily="49" charset="0"/>
              </a:rPr>
              <a:t> CAT_HPP</a:t>
            </a:r>
          </a:p>
          <a:p>
            <a:r>
              <a:rPr lang="en-US" sz="1400" dirty="0">
                <a:latin typeface="Roboto Mono" pitchFamily="49" charset="0"/>
                <a:ea typeface="Roboto Mono" pitchFamily="49" charset="0"/>
              </a:rPr>
              <a:t>#define CAT_HPP</a:t>
            </a:r>
          </a:p>
          <a:p>
            <a:endParaRPr lang="en-US" sz="1400" dirty="0">
              <a:latin typeface="Roboto Mono" pitchFamily="49" charset="0"/>
              <a:ea typeface="Roboto Mono" pitchFamily="49" charset="0"/>
            </a:endParaRPr>
          </a:p>
          <a:p>
            <a:r>
              <a:rPr lang="en-US" sz="1400" dirty="0">
                <a:latin typeface="Roboto Mono" pitchFamily="49" charset="0"/>
                <a:ea typeface="Roboto Mono" pitchFamily="49" charset="0"/>
              </a:rPr>
              <a:t>#include &lt;string&gt;</a:t>
            </a:r>
          </a:p>
          <a:p>
            <a:endParaRPr lang="en-US" sz="1400" dirty="0">
              <a:latin typeface="Roboto Mono" pitchFamily="49" charset="0"/>
              <a:ea typeface="Roboto Mono" pitchFamily="49" charset="0"/>
            </a:endParaRPr>
          </a:p>
          <a:p>
            <a:r>
              <a:rPr lang="en-US" sz="1400" dirty="0">
                <a:latin typeface="Roboto Mono" pitchFamily="49" charset="0"/>
                <a:ea typeface="Roboto Mono" pitchFamily="49" charset="0"/>
              </a:rPr>
              <a:t>// The Interface: Tells the compiler what a 'Cat' is.</a:t>
            </a:r>
          </a:p>
          <a:p>
            <a:r>
              <a:rPr lang="en-US" sz="1400" dirty="0">
                <a:latin typeface="Roboto Mono" pitchFamily="49" charset="0"/>
                <a:ea typeface="Roboto Mono" pitchFamily="49" charset="0"/>
              </a:rPr>
              <a:t>// Very important :)</a:t>
            </a:r>
          </a:p>
          <a:p>
            <a:r>
              <a:rPr lang="en-US" sz="1400" dirty="0">
                <a:latin typeface="Roboto Mono" pitchFamily="49" charset="0"/>
                <a:ea typeface="Roboto Mono" pitchFamily="49" charset="0"/>
              </a:rPr>
              <a:t>struct Cat {</a:t>
            </a:r>
          </a:p>
          <a:p>
            <a:r>
              <a:rPr lang="en-US" sz="1400" dirty="0">
                <a:latin typeface="Roboto Mono" pitchFamily="49" charset="0"/>
                <a:ea typeface="Roboto Mono" pitchFamily="49" charset="0"/>
              </a:rPr>
              <a:t>    std::string name;</a:t>
            </a:r>
          </a:p>
          <a:p>
            <a:r>
              <a:rPr lang="en-US" sz="1400" dirty="0">
                <a:latin typeface="Roboto Mono" pitchFamily="49" charset="0"/>
                <a:ea typeface="Roboto Mono" pitchFamily="49" charset="0"/>
              </a:rPr>
              <a:t>    int age;</a:t>
            </a:r>
          </a:p>
          <a:p>
            <a:endParaRPr lang="en-US" sz="1400" dirty="0">
              <a:latin typeface="Roboto Mono" pitchFamily="49" charset="0"/>
              <a:ea typeface="Roboto Mono" pitchFamily="49" charset="0"/>
            </a:endParaRPr>
          </a:p>
          <a:p>
            <a:r>
              <a:rPr lang="en-US" sz="1400" dirty="0">
                <a:latin typeface="Roboto Mono" pitchFamily="49" charset="0"/>
                <a:ea typeface="Roboto Mono" pitchFamily="49" charset="0"/>
              </a:rPr>
              <a:t>    // Prototype: We promise this function exists somewhere else.</a:t>
            </a:r>
          </a:p>
          <a:p>
            <a:r>
              <a:rPr lang="en-US" sz="1400" b="1" dirty="0">
                <a:solidFill>
                  <a:srgbClr val="FF0000"/>
                </a:solidFill>
                <a:latin typeface="Roboto Mono" pitchFamily="49" charset="0"/>
                <a:ea typeface="Roboto Mono" pitchFamily="49" charset="0"/>
              </a:rPr>
              <a:t>    void speak() const;</a:t>
            </a:r>
          </a:p>
          <a:p>
            <a:r>
              <a:rPr lang="en-US" sz="1400" dirty="0">
                <a:latin typeface="Roboto Mono" pitchFamily="49" charset="0"/>
                <a:ea typeface="Roboto Mono" pitchFamily="49" charset="0"/>
              </a:rPr>
              <a:t>};</a:t>
            </a:r>
          </a:p>
          <a:p>
            <a:endParaRPr lang="en-US" sz="1400" dirty="0">
              <a:latin typeface="Roboto Mono" pitchFamily="49" charset="0"/>
              <a:ea typeface="Roboto Mono" pitchFamily="49" charset="0"/>
            </a:endParaRPr>
          </a:p>
          <a:p>
            <a:r>
              <a:rPr lang="en-US" sz="1400" dirty="0">
                <a:latin typeface="Roboto Mono" pitchFamily="49" charset="0"/>
                <a:ea typeface="Roboto Mono" pitchFamily="49" charset="0"/>
              </a:rPr>
              <a:t>#endif</a:t>
            </a:r>
            <a:endParaRPr lang="en-TH" sz="1400" dirty="0">
              <a:latin typeface="Roboto Mono" pitchFamily="49" charset="0"/>
              <a:ea typeface="Roboto Mono" pitchFamily="49" charset="0"/>
            </a:endParaRPr>
          </a:p>
        </p:txBody>
      </p:sp>
      <p:pic>
        <p:nvPicPr>
          <p:cNvPr id="5" name="Picture 2" descr="20,000+ Free Relaxing Cat &amp; Cat Images - Pixabay">
            <a:extLst>
              <a:ext uri="{FF2B5EF4-FFF2-40B4-BE49-F238E27FC236}">
                <a16:creationId xmlns:a16="http://schemas.microsoft.com/office/drawing/2014/main" id="{A533DA0A-46E7-3D91-5FA9-0801683C9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9942" y="2300548"/>
            <a:ext cx="2811749" cy="1875947"/>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5A248F2C-1EC2-8A4E-7BA2-8BE12C7789B6}"/>
              </a:ext>
            </a:extLst>
          </p:cNvPr>
          <p:cNvCxnSpPr>
            <a:cxnSpLocks/>
          </p:cNvCxnSpPr>
          <p:nvPr/>
        </p:nvCxnSpPr>
        <p:spPr>
          <a:xfrm flipH="1">
            <a:off x="3058804" y="2191336"/>
            <a:ext cx="3152633" cy="11114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3468374-7F65-940D-1682-729B05917347}"/>
              </a:ext>
            </a:extLst>
          </p:cNvPr>
          <p:cNvSpPr txBox="1"/>
          <p:nvPr/>
        </p:nvSpPr>
        <p:spPr>
          <a:xfrm>
            <a:off x="6260354" y="1931216"/>
            <a:ext cx="2114681" cy="369332"/>
          </a:xfrm>
          <a:prstGeom prst="rect">
            <a:avLst/>
          </a:prstGeom>
          <a:noFill/>
        </p:spPr>
        <p:txBody>
          <a:bodyPr wrap="none" rtlCol="0">
            <a:spAutoFit/>
          </a:bodyPr>
          <a:lstStyle/>
          <a:p>
            <a:r>
              <a:rPr lang="en-TH" b="1" dirty="0">
                <a:solidFill>
                  <a:srgbClr val="002060"/>
                </a:solidFill>
                <a:latin typeface="Roboto Mono" pitchFamily="49" charset="0"/>
                <a:ea typeface="Roboto Mono" pitchFamily="49" charset="0"/>
              </a:rPr>
              <a:t>Very important</a:t>
            </a:r>
          </a:p>
        </p:txBody>
      </p:sp>
    </p:spTree>
    <p:extLst>
      <p:ext uri="{BB962C8B-B14F-4D97-AF65-F5344CB8AC3E}">
        <p14:creationId xmlns:p14="http://schemas.microsoft.com/office/powerpoint/2010/main" val="351041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9B92C-0608-A864-CB40-15DDE67105A2}"/>
            </a:ext>
          </a:extLst>
        </p:cNvPr>
        <p:cNvGrpSpPr/>
        <p:nvPr/>
      </p:nvGrpSpPr>
      <p:grpSpPr>
        <a:xfrm>
          <a:off x="0" y="0"/>
          <a:ext cx="0" cy="0"/>
          <a:chOff x="0" y="0"/>
          <a:chExt cx="0" cy="0"/>
        </a:xfrm>
      </p:grpSpPr>
      <p:pic>
        <p:nvPicPr>
          <p:cNvPr id="5" name="Picture 2" descr="20,000+ Free Relaxing Cat &amp; Cat Images - Pixabay">
            <a:extLst>
              <a:ext uri="{FF2B5EF4-FFF2-40B4-BE49-F238E27FC236}">
                <a16:creationId xmlns:a16="http://schemas.microsoft.com/office/drawing/2014/main" id="{7AB1575B-D921-9C96-ED96-CDF80912C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3938" y="460850"/>
            <a:ext cx="3367553" cy="22467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37CC10A-26D1-1780-59F0-BE7CCAF450E9}"/>
              </a:ext>
            </a:extLst>
          </p:cNvPr>
          <p:cNvSpPr txBox="1"/>
          <p:nvPr/>
        </p:nvSpPr>
        <p:spPr>
          <a:xfrm>
            <a:off x="412843" y="460851"/>
            <a:ext cx="7366380" cy="1815882"/>
          </a:xfrm>
          <a:prstGeom prst="rect">
            <a:avLst/>
          </a:prstGeom>
          <a:solidFill>
            <a:srgbClr val="E9EEB4"/>
          </a:solidFill>
        </p:spPr>
        <p:txBody>
          <a:bodyPr wrap="square" rtlCol="0">
            <a:spAutoFit/>
          </a:bodyPr>
          <a:lstStyle/>
          <a:p>
            <a:r>
              <a:rPr lang="en-US" sz="1400" b="1" dirty="0">
                <a:solidFill>
                  <a:srgbClr val="FF0000"/>
                </a:solidFill>
                <a:latin typeface="Roboto Mono" pitchFamily="49" charset="0"/>
                <a:ea typeface="Roboto Mono" pitchFamily="49" charset="0"/>
              </a:rPr>
              <a:t>#!</a:t>
            </a:r>
            <a:r>
              <a:rPr lang="en-US" sz="1400" b="1" dirty="0" err="1">
                <a:solidFill>
                  <a:srgbClr val="FF0000"/>
                </a:solidFill>
                <a:latin typeface="Roboto Mono" pitchFamily="49" charset="0"/>
                <a:ea typeface="Roboto Mono" pitchFamily="49" charset="0"/>
              </a:rPr>
              <a:t>cat.cpp</a:t>
            </a:r>
            <a:endParaRPr lang="en-US" sz="1400" b="1" dirty="0">
              <a:solidFill>
                <a:srgbClr val="FF0000"/>
              </a:solidFill>
              <a:latin typeface="Roboto Mono" pitchFamily="49" charset="0"/>
              <a:ea typeface="Roboto Mono" pitchFamily="49" charset="0"/>
            </a:endParaRPr>
          </a:p>
          <a:p>
            <a:r>
              <a:rPr lang="en-US" sz="1400" dirty="0">
                <a:latin typeface="Roboto Mono" pitchFamily="49" charset="0"/>
                <a:ea typeface="Roboto Mono" pitchFamily="49" charset="0"/>
              </a:rPr>
              <a:t>#include &lt;iostream&gt;</a:t>
            </a:r>
          </a:p>
          <a:p>
            <a:r>
              <a:rPr lang="en-US" sz="1400" dirty="0">
                <a:latin typeface="Roboto Mono" pitchFamily="49" charset="0"/>
                <a:ea typeface="Roboto Mono" pitchFamily="49" charset="0"/>
              </a:rPr>
              <a:t>#include ”</a:t>
            </a:r>
            <a:r>
              <a:rPr lang="en-US" sz="1400" dirty="0" err="1">
                <a:latin typeface="Roboto Mono" pitchFamily="49" charset="0"/>
                <a:ea typeface="Roboto Mono" pitchFamily="49" charset="0"/>
              </a:rPr>
              <a:t>cat.hpp</a:t>
            </a:r>
            <a:r>
              <a:rPr lang="en-US" sz="1400" dirty="0">
                <a:latin typeface="Roboto Mono" pitchFamily="49" charset="0"/>
                <a:ea typeface="Roboto Mono" pitchFamily="49" charset="0"/>
              </a:rPr>
              <a:t>"</a:t>
            </a:r>
          </a:p>
          <a:p>
            <a:r>
              <a:rPr lang="en-US" sz="1400" dirty="0">
                <a:latin typeface="Roboto Mono" pitchFamily="49" charset="0"/>
                <a:ea typeface="Roboto Mono" pitchFamily="49" charset="0"/>
              </a:rPr>
              <a:t>// Define the logic for the 'speak' method</a:t>
            </a:r>
          </a:p>
          <a:p>
            <a:r>
              <a:rPr lang="en-US" sz="1400" dirty="0">
                <a:latin typeface="Roboto Mono" pitchFamily="49" charset="0"/>
                <a:ea typeface="Roboto Mono" pitchFamily="49" charset="0"/>
              </a:rPr>
              <a:t>void Cat::speak() const {</a:t>
            </a:r>
          </a:p>
          <a:p>
            <a:r>
              <a:rPr lang="en-US" sz="1400" dirty="0">
                <a:latin typeface="Roboto Mono" pitchFamily="49" charset="0"/>
                <a:ea typeface="Roboto Mono" pitchFamily="49" charset="0"/>
              </a:rPr>
              <a:t>    std::</a:t>
            </a:r>
            <a:r>
              <a:rPr lang="en-US" sz="1400" dirty="0" err="1">
                <a:latin typeface="Roboto Mono" pitchFamily="49" charset="0"/>
                <a:ea typeface="Roboto Mono" pitchFamily="49" charset="0"/>
              </a:rPr>
              <a:t>cout</a:t>
            </a:r>
            <a:r>
              <a:rPr lang="en-US" sz="1400" dirty="0">
                <a:latin typeface="Roboto Mono" pitchFamily="49" charset="0"/>
                <a:ea typeface="Roboto Mono" pitchFamily="49" charset="0"/>
              </a:rPr>
              <a:t> &lt;&lt; name &lt;&lt; " says: Meow! (I am " &lt;&lt; age &lt;&lt; " years old)" &lt;&lt; std::</a:t>
            </a:r>
            <a:r>
              <a:rPr lang="en-US" sz="1400" dirty="0" err="1">
                <a:latin typeface="Roboto Mono" pitchFamily="49" charset="0"/>
                <a:ea typeface="Roboto Mono" pitchFamily="49" charset="0"/>
              </a:rPr>
              <a:t>endl</a:t>
            </a:r>
            <a:r>
              <a:rPr lang="en-US" sz="1400" dirty="0">
                <a:latin typeface="Roboto Mono" pitchFamily="49" charset="0"/>
                <a:ea typeface="Roboto Mono" pitchFamily="49" charset="0"/>
              </a:rPr>
              <a:t>;</a:t>
            </a:r>
          </a:p>
          <a:p>
            <a:r>
              <a:rPr lang="en-US" sz="1400" dirty="0">
                <a:latin typeface="Roboto Mono" pitchFamily="49" charset="0"/>
                <a:ea typeface="Roboto Mono" pitchFamily="49" charset="0"/>
              </a:rPr>
              <a:t>}</a:t>
            </a:r>
          </a:p>
        </p:txBody>
      </p:sp>
      <p:sp>
        <p:nvSpPr>
          <p:cNvPr id="7" name="TextBox 6">
            <a:extLst>
              <a:ext uri="{FF2B5EF4-FFF2-40B4-BE49-F238E27FC236}">
                <a16:creationId xmlns:a16="http://schemas.microsoft.com/office/drawing/2014/main" id="{0ECA29F3-9385-AA8B-A193-DA9EB259BDE5}"/>
              </a:ext>
            </a:extLst>
          </p:cNvPr>
          <p:cNvSpPr txBox="1"/>
          <p:nvPr/>
        </p:nvSpPr>
        <p:spPr>
          <a:xfrm>
            <a:off x="477672" y="3261815"/>
            <a:ext cx="2666114" cy="923330"/>
          </a:xfrm>
          <a:prstGeom prst="rect">
            <a:avLst/>
          </a:prstGeom>
          <a:solidFill>
            <a:srgbClr val="E9EEB4"/>
          </a:solidFill>
        </p:spPr>
        <p:txBody>
          <a:bodyPr wrap="none" rtlCol="0">
            <a:spAutoFit/>
          </a:bodyPr>
          <a:lstStyle/>
          <a:p>
            <a:r>
              <a:rPr lang="en-US" b="1" dirty="0">
                <a:solidFill>
                  <a:schemeClr val="accent6">
                    <a:lumMod val="75000"/>
                  </a:schemeClr>
                </a:solidFill>
                <a:latin typeface="Roboto Mono" pitchFamily="49" charset="0"/>
                <a:ea typeface="Roboto Mono" pitchFamily="49" charset="0"/>
              </a:rPr>
              <a:t>#!</a:t>
            </a:r>
            <a:r>
              <a:rPr lang="en-US" b="1" dirty="0" err="1">
                <a:solidFill>
                  <a:schemeClr val="accent6">
                    <a:lumMod val="75000"/>
                  </a:schemeClr>
                </a:solidFill>
                <a:latin typeface="Roboto Mono" pitchFamily="49" charset="0"/>
                <a:ea typeface="Roboto Mono" pitchFamily="49" charset="0"/>
              </a:rPr>
              <a:t>main.cpp</a:t>
            </a:r>
            <a:endParaRPr lang="en-US" b="1" dirty="0">
              <a:solidFill>
                <a:schemeClr val="accent6">
                  <a:lumMod val="75000"/>
                </a:schemeClr>
              </a:solidFill>
              <a:latin typeface="Roboto Mono" pitchFamily="49" charset="0"/>
              <a:ea typeface="Roboto Mono" pitchFamily="49" charset="0"/>
            </a:endParaRPr>
          </a:p>
          <a:p>
            <a:r>
              <a:rPr lang="en-US" dirty="0">
                <a:latin typeface="Roboto Mono" pitchFamily="49" charset="0"/>
                <a:ea typeface="Roboto Mono" pitchFamily="49" charset="0"/>
              </a:rPr>
              <a:t>#include ”</a:t>
            </a:r>
            <a:r>
              <a:rPr lang="en-US" dirty="0" err="1">
                <a:latin typeface="Roboto Mono" pitchFamily="49" charset="0"/>
                <a:ea typeface="Roboto Mono" pitchFamily="49" charset="0"/>
              </a:rPr>
              <a:t>cat.hpp</a:t>
            </a:r>
            <a:r>
              <a:rPr lang="en-US" dirty="0">
                <a:latin typeface="Roboto Mono" pitchFamily="49" charset="0"/>
                <a:ea typeface="Roboto Mono" pitchFamily="49" charset="0"/>
              </a:rPr>
              <a:t>"</a:t>
            </a:r>
          </a:p>
          <a:p>
            <a:endParaRPr lang="en-US" dirty="0">
              <a:latin typeface="Roboto Mono" pitchFamily="49" charset="0"/>
              <a:ea typeface="Roboto Mono" pitchFamily="49" charset="0"/>
            </a:endParaRPr>
          </a:p>
        </p:txBody>
      </p:sp>
      <p:sp>
        <p:nvSpPr>
          <p:cNvPr id="9" name="TextBox 8">
            <a:extLst>
              <a:ext uri="{FF2B5EF4-FFF2-40B4-BE49-F238E27FC236}">
                <a16:creationId xmlns:a16="http://schemas.microsoft.com/office/drawing/2014/main" id="{60FFDB74-352D-4AEC-DA48-E8E985F24302}"/>
              </a:ext>
            </a:extLst>
          </p:cNvPr>
          <p:cNvSpPr txBox="1"/>
          <p:nvPr/>
        </p:nvSpPr>
        <p:spPr>
          <a:xfrm>
            <a:off x="4984842" y="3429000"/>
            <a:ext cx="5998191" cy="3139321"/>
          </a:xfrm>
          <a:prstGeom prst="rect">
            <a:avLst/>
          </a:prstGeom>
          <a:solidFill>
            <a:srgbClr val="E9EEB4"/>
          </a:solidFill>
        </p:spPr>
        <p:txBody>
          <a:bodyPr wrap="square">
            <a:spAutoFit/>
          </a:bodyPr>
          <a:lstStyle/>
          <a:p>
            <a:r>
              <a:rPr lang="en-US" dirty="0">
                <a:latin typeface="Roboto Mono" pitchFamily="49" charset="0"/>
                <a:ea typeface="Roboto Mono" pitchFamily="49" charset="0"/>
              </a:rPr>
              <a:t>int </a:t>
            </a:r>
            <a:r>
              <a:rPr lang="en-US" b="1" dirty="0">
                <a:latin typeface="Roboto Mono" pitchFamily="49" charset="0"/>
                <a:ea typeface="Roboto Mono" pitchFamily="49" charset="0"/>
              </a:rPr>
              <a:t>main</a:t>
            </a:r>
            <a:r>
              <a:rPr lang="en-US" dirty="0">
                <a:latin typeface="Roboto Mono" pitchFamily="49" charset="0"/>
                <a:ea typeface="Roboto Mono" pitchFamily="49" charset="0"/>
              </a:rPr>
              <a:t>() {</a:t>
            </a:r>
          </a:p>
          <a:p>
            <a:r>
              <a:rPr lang="en-US" dirty="0">
                <a:latin typeface="Roboto Mono" pitchFamily="49" charset="0"/>
                <a:ea typeface="Roboto Mono" pitchFamily="49" charset="0"/>
              </a:rPr>
              <a:t>    // Create an instance using the definition from the header</a:t>
            </a:r>
          </a:p>
          <a:p>
            <a:r>
              <a:rPr lang="en-US" dirty="0">
                <a:latin typeface="Roboto Mono" pitchFamily="49" charset="0"/>
                <a:ea typeface="Roboto Mono" pitchFamily="49" charset="0"/>
              </a:rPr>
              <a:t>    Cat </a:t>
            </a:r>
            <a:r>
              <a:rPr lang="en-US" dirty="0" err="1">
                <a:latin typeface="Roboto Mono" pitchFamily="49" charset="0"/>
                <a:ea typeface="Roboto Mono" pitchFamily="49" charset="0"/>
              </a:rPr>
              <a:t>myCat</a:t>
            </a:r>
            <a:r>
              <a:rPr lang="en-US" dirty="0">
                <a:latin typeface="Roboto Mono" pitchFamily="49" charset="0"/>
                <a:ea typeface="Roboto Mono" pitchFamily="49" charset="0"/>
              </a:rPr>
              <a:t> = {"Luna", 3};</a:t>
            </a:r>
          </a:p>
          <a:p>
            <a:r>
              <a:rPr lang="en-US" dirty="0">
                <a:latin typeface="Roboto Mono" pitchFamily="49" charset="0"/>
                <a:ea typeface="Roboto Mono" pitchFamily="49" charset="0"/>
              </a:rPr>
              <a:t>    </a:t>
            </a:r>
          </a:p>
          <a:p>
            <a:r>
              <a:rPr lang="en-US" dirty="0">
                <a:latin typeface="Roboto Mono" pitchFamily="49" charset="0"/>
                <a:ea typeface="Roboto Mono" pitchFamily="49" charset="0"/>
              </a:rPr>
              <a:t>    // Call the function defined in the implementation file</a:t>
            </a:r>
          </a:p>
          <a:p>
            <a:r>
              <a:rPr lang="en-US" dirty="0">
                <a:latin typeface="Roboto Mono" pitchFamily="49" charset="0"/>
                <a:ea typeface="Roboto Mono" pitchFamily="49" charset="0"/>
              </a:rPr>
              <a:t>    </a:t>
            </a:r>
            <a:r>
              <a:rPr lang="en-US" dirty="0" err="1">
                <a:latin typeface="Roboto Mono" pitchFamily="49" charset="0"/>
                <a:ea typeface="Roboto Mono" pitchFamily="49" charset="0"/>
              </a:rPr>
              <a:t>myCat.speak</a:t>
            </a:r>
            <a:r>
              <a:rPr lang="en-US" dirty="0">
                <a:latin typeface="Roboto Mono" pitchFamily="49" charset="0"/>
                <a:ea typeface="Roboto Mono" pitchFamily="49" charset="0"/>
              </a:rPr>
              <a:t>();</a:t>
            </a:r>
          </a:p>
          <a:p>
            <a:endParaRPr lang="en-US" dirty="0">
              <a:latin typeface="Roboto Mono" pitchFamily="49" charset="0"/>
              <a:ea typeface="Roboto Mono" pitchFamily="49" charset="0"/>
            </a:endParaRPr>
          </a:p>
          <a:p>
            <a:r>
              <a:rPr lang="en-US" dirty="0">
                <a:latin typeface="Roboto Mono" pitchFamily="49" charset="0"/>
                <a:ea typeface="Roboto Mono" pitchFamily="49" charset="0"/>
              </a:rPr>
              <a:t>    return 0;</a:t>
            </a:r>
          </a:p>
          <a:p>
            <a:r>
              <a:rPr lang="en-US" dirty="0">
                <a:latin typeface="Roboto Mono" pitchFamily="49" charset="0"/>
                <a:ea typeface="Roboto Mono" pitchFamily="49" charset="0"/>
              </a:rPr>
              <a:t>}</a:t>
            </a:r>
            <a:endParaRPr lang="en-TH" dirty="0">
              <a:latin typeface="Roboto Mono" pitchFamily="49" charset="0"/>
              <a:ea typeface="Roboto Mono" pitchFamily="49" charset="0"/>
            </a:endParaRPr>
          </a:p>
        </p:txBody>
      </p:sp>
      <p:cxnSp>
        <p:nvCxnSpPr>
          <p:cNvPr id="11" name="Straight Arrow Connector 10">
            <a:extLst>
              <a:ext uri="{FF2B5EF4-FFF2-40B4-BE49-F238E27FC236}">
                <a16:creationId xmlns:a16="http://schemas.microsoft.com/office/drawing/2014/main" id="{27B521D8-B948-A4FC-D20E-0807895FB462}"/>
              </a:ext>
            </a:extLst>
          </p:cNvPr>
          <p:cNvCxnSpPr>
            <a:stCxn id="7" idx="3"/>
            <a:endCxn id="9" idx="1"/>
          </p:cNvCxnSpPr>
          <p:nvPr/>
        </p:nvCxnSpPr>
        <p:spPr>
          <a:xfrm>
            <a:off x="3143786" y="3723480"/>
            <a:ext cx="1841056" cy="12751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E04D5E45-B25C-0A0D-A8F3-05F0038A8357}"/>
              </a:ext>
            </a:extLst>
          </p:cNvPr>
          <p:cNvSpPr txBox="1"/>
          <p:nvPr/>
        </p:nvSpPr>
        <p:spPr>
          <a:xfrm>
            <a:off x="417206" y="4296412"/>
            <a:ext cx="2830961" cy="646331"/>
          </a:xfrm>
          <a:prstGeom prst="rect">
            <a:avLst/>
          </a:prstGeom>
          <a:noFill/>
        </p:spPr>
        <p:txBody>
          <a:bodyPr wrap="square" rtlCol="0">
            <a:spAutoFit/>
          </a:bodyPr>
          <a:lstStyle/>
          <a:p>
            <a:r>
              <a:rPr lang="en-TH" b="1" dirty="0">
                <a:latin typeface="Roboto Mono" pitchFamily="49" charset="0"/>
                <a:ea typeface="Roboto Mono" pitchFamily="49" charset="0"/>
              </a:rPr>
              <a:t>Don’t forget to import header</a:t>
            </a:r>
          </a:p>
        </p:txBody>
      </p:sp>
    </p:spTree>
    <p:extLst>
      <p:ext uri="{BB962C8B-B14F-4D97-AF65-F5344CB8AC3E}">
        <p14:creationId xmlns:p14="http://schemas.microsoft.com/office/powerpoint/2010/main" val="103535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39BC-0B23-00E6-8311-9492344E42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22E17F-F26D-E718-840B-7FD55AC3D686}"/>
              </a:ext>
            </a:extLst>
          </p:cNvPr>
          <p:cNvSpPr txBox="1"/>
          <p:nvPr/>
        </p:nvSpPr>
        <p:spPr>
          <a:xfrm>
            <a:off x="412843" y="460851"/>
            <a:ext cx="7366380" cy="1600438"/>
          </a:xfrm>
          <a:prstGeom prst="rect">
            <a:avLst/>
          </a:prstGeom>
          <a:solidFill>
            <a:srgbClr val="E9EEB4"/>
          </a:solidFill>
        </p:spPr>
        <p:txBody>
          <a:bodyPr wrap="square" rtlCol="0">
            <a:spAutoFit/>
          </a:bodyPr>
          <a:lstStyle/>
          <a:p>
            <a:r>
              <a:rPr lang="en-US" sz="1400" b="1" dirty="0">
                <a:solidFill>
                  <a:srgbClr val="FF0000"/>
                </a:solidFill>
                <a:latin typeface="Roboto Mono" pitchFamily="49" charset="0"/>
                <a:ea typeface="Roboto Mono" pitchFamily="49" charset="0"/>
              </a:rPr>
              <a:t>#!test/</a:t>
            </a:r>
            <a:r>
              <a:rPr lang="en-US" sz="1400" b="1" dirty="0" err="1">
                <a:solidFill>
                  <a:srgbClr val="FF0000"/>
                </a:solidFill>
                <a:latin typeface="Roboto Mono" pitchFamily="49" charset="0"/>
                <a:ea typeface="Roboto Mono" pitchFamily="49" charset="0"/>
              </a:rPr>
              <a:t>very_long_comment.cpp</a:t>
            </a:r>
            <a:endParaRPr lang="en-US" sz="1400" b="1" dirty="0">
              <a:solidFill>
                <a:srgbClr val="FF0000"/>
              </a:solidFill>
              <a:latin typeface="Roboto Mono" pitchFamily="49" charset="0"/>
              <a:ea typeface="Roboto Mono" pitchFamily="49" charset="0"/>
            </a:endParaRPr>
          </a:p>
          <a:p>
            <a:r>
              <a:rPr lang="en-US" sz="1400" dirty="0">
                <a:latin typeface="Roboto Mono" pitchFamily="49" charset="0"/>
                <a:ea typeface="Roboto Mono" pitchFamily="49" charset="0"/>
              </a:rPr>
              <a: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 Comment test</a:t>
            </a:r>
          </a:p>
        </p:txBody>
      </p:sp>
      <p:cxnSp>
        <p:nvCxnSpPr>
          <p:cNvPr id="4" name="Straight Arrow Connector 3">
            <a:extLst>
              <a:ext uri="{FF2B5EF4-FFF2-40B4-BE49-F238E27FC236}">
                <a16:creationId xmlns:a16="http://schemas.microsoft.com/office/drawing/2014/main" id="{809DB81D-E406-4F30-3131-EFDEF4536ED5}"/>
              </a:ext>
            </a:extLst>
          </p:cNvPr>
          <p:cNvCxnSpPr>
            <a:cxnSpLocks/>
            <a:stCxn id="3" idx="2"/>
            <a:endCxn id="8" idx="0"/>
          </p:cNvCxnSpPr>
          <p:nvPr/>
        </p:nvCxnSpPr>
        <p:spPr>
          <a:xfrm>
            <a:off x="4096033" y="2061289"/>
            <a:ext cx="0" cy="6835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16E7A61-70AC-A4BA-ACED-ABBE0241C0C9}"/>
              </a:ext>
            </a:extLst>
          </p:cNvPr>
          <p:cNvSpPr txBox="1"/>
          <p:nvPr/>
        </p:nvSpPr>
        <p:spPr>
          <a:xfrm>
            <a:off x="412843" y="2744882"/>
            <a:ext cx="7366380" cy="523220"/>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Another comment</a:t>
            </a:r>
          </a:p>
          <a:p>
            <a:r>
              <a:rPr lang="en-US" sz="1400" dirty="0">
                <a:latin typeface="Roboto Mono" pitchFamily="49" charset="0"/>
                <a:ea typeface="Roboto Mono" pitchFamily="49" charset="0"/>
              </a:rPr>
              <a:t>// :(</a:t>
            </a:r>
          </a:p>
        </p:txBody>
      </p:sp>
      <p:cxnSp>
        <p:nvCxnSpPr>
          <p:cNvPr id="13" name="Straight Arrow Connector 12">
            <a:extLst>
              <a:ext uri="{FF2B5EF4-FFF2-40B4-BE49-F238E27FC236}">
                <a16:creationId xmlns:a16="http://schemas.microsoft.com/office/drawing/2014/main" id="{67ABE06E-38DF-F206-FAFD-25B368C0D6A6}"/>
              </a:ext>
            </a:extLst>
          </p:cNvPr>
          <p:cNvCxnSpPr>
            <a:cxnSpLocks/>
            <a:stCxn id="8" idx="2"/>
            <a:endCxn id="14" idx="0"/>
          </p:cNvCxnSpPr>
          <p:nvPr/>
        </p:nvCxnSpPr>
        <p:spPr>
          <a:xfrm>
            <a:off x="4096033" y="3268102"/>
            <a:ext cx="0" cy="6090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F952E80-E6D3-FD3B-D0DA-5C1FDD58101F}"/>
              </a:ext>
            </a:extLst>
          </p:cNvPr>
          <p:cNvSpPr txBox="1"/>
          <p:nvPr/>
        </p:nvSpPr>
        <p:spPr>
          <a:xfrm>
            <a:off x="412843" y="3877169"/>
            <a:ext cx="7366380" cy="307777"/>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Still got comment</a:t>
            </a:r>
          </a:p>
        </p:txBody>
      </p:sp>
    </p:spTree>
    <p:extLst>
      <p:ext uri="{BB962C8B-B14F-4D97-AF65-F5344CB8AC3E}">
        <p14:creationId xmlns:p14="http://schemas.microsoft.com/office/powerpoint/2010/main" val="587893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C7FD6-BFFC-3E47-5016-C1ED47A7D3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A48718-9D7C-F26C-02C2-CDB6659C93F4}"/>
              </a:ext>
            </a:extLst>
          </p:cNvPr>
          <p:cNvSpPr txBox="1"/>
          <p:nvPr/>
        </p:nvSpPr>
        <p:spPr>
          <a:xfrm>
            <a:off x="863219" y="1634559"/>
            <a:ext cx="2357653" cy="523220"/>
          </a:xfrm>
          <a:prstGeom prst="rect">
            <a:avLst/>
          </a:prstGeom>
          <a:solidFill>
            <a:srgbClr val="E9EEB4"/>
          </a:solidFill>
        </p:spPr>
        <p:txBody>
          <a:bodyPr wrap="square" rtlCol="0">
            <a:spAutoFit/>
          </a:bodyPr>
          <a:lstStyle/>
          <a:p>
            <a:r>
              <a:rPr lang="en-US" sz="1400" b="1" dirty="0">
                <a:solidFill>
                  <a:srgbClr val="FF0000"/>
                </a:solidFill>
                <a:latin typeface="Roboto Mono" pitchFamily="49" charset="0"/>
                <a:ea typeface="Roboto Mono" pitchFamily="49" charset="0"/>
              </a:rPr>
              <a:t>#!test/</a:t>
            </a:r>
            <a:r>
              <a:rPr lang="en-US" sz="1400" b="1" dirty="0" err="1">
                <a:solidFill>
                  <a:srgbClr val="FF0000"/>
                </a:solidFill>
                <a:latin typeface="Roboto Mono" pitchFamily="49" charset="0"/>
                <a:ea typeface="Roboto Mono" pitchFamily="49" charset="0"/>
              </a:rPr>
              <a:t>maze.cpp</a:t>
            </a:r>
            <a:endParaRPr lang="en-US" sz="1400" b="1" dirty="0">
              <a:solidFill>
                <a:srgbClr val="FF0000"/>
              </a:solidFill>
              <a:latin typeface="Roboto Mono" pitchFamily="49" charset="0"/>
              <a:ea typeface="Roboto Mono" pitchFamily="49" charset="0"/>
            </a:endParaRPr>
          </a:p>
          <a:p>
            <a:r>
              <a:rPr lang="en-US" sz="1400" dirty="0">
                <a:latin typeface="Roboto Mono" pitchFamily="49" charset="0"/>
                <a:ea typeface="Roboto Mono" pitchFamily="49" charset="0"/>
              </a:rPr>
              <a:t>// 1</a:t>
            </a:r>
          </a:p>
        </p:txBody>
      </p:sp>
      <p:cxnSp>
        <p:nvCxnSpPr>
          <p:cNvPr id="4" name="Straight Arrow Connector 3">
            <a:extLst>
              <a:ext uri="{FF2B5EF4-FFF2-40B4-BE49-F238E27FC236}">
                <a16:creationId xmlns:a16="http://schemas.microsoft.com/office/drawing/2014/main" id="{BCDE3891-C150-E48C-EFC2-5C0E4CBD8BE9}"/>
              </a:ext>
            </a:extLst>
          </p:cNvPr>
          <p:cNvCxnSpPr>
            <a:cxnSpLocks/>
            <a:stCxn id="3" idx="3"/>
            <a:endCxn id="10" idx="1"/>
          </p:cNvCxnSpPr>
          <p:nvPr/>
        </p:nvCxnSpPr>
        <p:spPr>
          <a:xfrm>
            <a:off x="3220872" y="1896169"/>
            <a:ext cx="11788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FDE4101-84D7-4CB1-63BF-CBE41A8CCE4D}"/>
              </a:ext>
            </a:extLst>
          </p:cNvPr>
          <p:cNvSpPr txBox="1"/>
          <p:nvPr/>
        </p:nvSpPr>
        <p:spPr>
          <a:xfrm>
            <a:off x="4399698" y="1634559"/>
            <a:ext cx="2357653" cy="523220"/>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2</a:t>
            </a:r>
          </a:p>
          <a:p>
            <a:r>
              <a:rPr lang="en-US" sz="1400" dirty="0">
                <a:latin typeface="Roboto Mono" pitchFamily="49" charset="0"/>
                <a:ea typeface="Roboto Mono" pitchFamily="49" charset="0"/>
              </a:rPr>
              <a:t>// 3</a:t>
            </a:r>
          </a:p>
        </p:txBody>
      </p:sp>
      <p:cxnSp>
        <p:nvCxnSpPr>
          <p:cNvPr id="12" name="Straight Arrow Connector 11">
            <a:extLst>
              <a:ext uri="{FF2B5EF4-FFF2-40B4-BE49-F238E27FC236}">
                <a16:creationId xmlns:a16="http://schemas.microsoft.com/office/drawing/2014/main" id="{5A536094-87EB-A9B7-F053-C4CEB40190CC}"/>
              </a:ext>
            </a:extLst>
          </p:cNvPr>
          <p:cNvCxnSpPr>
            <a:cxnSpLocks/>
            <a:stCxn id="10" idx="3"/>
            <a:endCxn id="15" idx="1"/>
          </p:cNvCxnSpPr>
          <p:nvPr/>
        </p:nvCxnSpPr>
        <p:spPr>
          <a:xfrm>
            <a:off x="6757351" y="1896169"/>
            <a:ext cx="15086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5725C5D-6E7F-C291-31AC-643ACC0731B0}"/>
              </a:ext>
            </a:extLst>
          </p:cNvPr>
          <p:cNvSpPr txBox="1"/>
          <p:nvPr/>
        </p:nvSpPr>
        <p:spPr>
          <a:xfrm>
            <a:off x="8265993" y="1634559"/>
            <a:ext cx="2357653" cy="523220"/>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4</a:t>
            </a:r>
          </a:p>
          <a:p>
            <a:r>
              <a:rPr lang="en-US" sz="1400" dirty="0">
                <a:latin typeface="Roboto Mono" pitchFamily="49" charset="0"/>
                <a:ea typeface="Roboto Mono" pitchFamily="49" charset="0"/>
              </a:rPr>
              <a:t>// 5</a:t>
            </a:r>
          </a:p>
        </p:txBody>
      </p:sp>
      <p:cxnSp>
        <p:nvCxnSpPr>
          <p:cNvPr id="17" name="Straight Arrow Connector 16">
            <a:extLst>
              <a:ext uri="{FF2B5EF4-FFF2-40B4-BE49-F238E27FC236}">
                <a16:creationId xmlns:a16="http://schemas.microsoft.com/office/drawing/2014/main" id="{B983599B-459D-F07D-5520-616A4F22983B}"/>
              </a:ext>
            </a:extLst>
          </p:cNvPr>
          <p:cNvCxnSpPr>
            <a:cxnSpLocks/>
            <a:stCxn id="15" idx="2"/>
            <a:endCxn id="20" idx="0"/>
          </p:cNvCxnSpPr>
          <p:nvPr/>
        </p:nvCxnSpPr>
        <p:spPr>
          <a:xfrm flipH="1">
            <a:off x="9444819" y="2157779"/>
            <a:ext cx="1" cy="10085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BC68F2B-CB29-9C66-D052-09666DCBF777}"/>
              </a:ext>
            </a:extLst>
          </p:cNvPr>
          <p:cNvSpPr txBox="1"/>
          <p:nvPr/>
        </p:nvSpPr>
        <p:spPr>
          <a:xfrm>
            <a:off x="8342193" y="3166282"/>
            <a:ext cx="2205252" cy="523220"/>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6</a:t>
            </a:r>
          </a:p>
          <a:p>
            <a:r>
              <a:rPr lang="en-US" sz="1400" dirty="0">
                <a:latin typeface="Roboto Mono" pitchFamily="49" charset="0"/>
                <a:ea typeface="Roboto Mono" pitchFamily="49" charset="0"/>
              </a:rPr>
              <a:t>// 7</a:t>
            </a:r>
          </a:p>
        </p:txBody>
      </p:sp>
      <p:sp>
        <p:nvSpPr>
          <p:cNvPr id="24" name="TextBox 23">
            <a:extLst>
              <a:ext uri="{FF2B5EF4-FFF2-40B4-BE49-F238E27FC236}">
                <a16:creationId xmlns:a16="http://schemas.microsoft.com/office/drawing/2014/main" id="{95DC087E-30A6-1400-FBCC-DC7F3D8EDE8E}"/>
              </a:ext>
            </a:extLst>
          </p:cNvPr>
          <p:cNvSpPr txBox="1"/>
          <p:nvPr/>
        </p:nvSpPr>
        <p:spPr>
          <a:xfrm>
            <a:off x="939420" y="4174785"/>
            <a:ext cx="2357653" cy="523220"/>
          </a:xfrm>
          <a:prstGeom prst="rect">
            <a:avLst/>
          </a:prstGeom>
          <a:solidFill>
            <a:srgbClr val="E9EEB4"/>
          </a:solidFill>
        </p:spPr>
        <p:txBody>
          <a:bodyPr wrap="square" rtlCol="0">
            <a:spAutoFit/>
          </a:bodyPr>
          <a:lstStyle/>
          <a:p>
            <a:r>
              <a:rPr lang="en-US" sz="1400" b="1" dirty="0">
                <a:solidFill>
                  <a:srgbClr val="FF0000"/>
                </a:solidFill>
                <a:latin typeface="Roboto Mono" pitchFamily="49" charset="0"/>
                <a:ea typeface="Roboto Mono" pitchFamily="49" charset="0"/>
              </a:rPr>
              <a:t>#!test/</a:t>
            </a:r>
            <a:r>
              <a:rPr lang="en-US" sz="1400" b="1" dirty="0" err="1">
                <a:solidFill>
                  <a:srgbClr val="FF0000"/>
                </a:solidFill>
                <a:latin typeface="Roboto Mono" pitchFamily="49" charset="0"/>
                <a:ea typeface="Roboto Mono" pitchFamily="49" charset="0"/>
              </a:rPr>
              <a:t>divergent.cpp</a:t>
            </a:r>
            <a:endParaRPr lang="en-US" sz="1400" b="1" dirty="0">
              <a:solidFill>
                <a:srgbClr val="FF0000"/>
              </a:solidFill>
              <a:latin typeface="Roboto Mono" pitchFamily="49" charset="0"/>
              <a:ea typeface="Roboto Mono" pitchFamily="49" charset="0"/>
            </a:endParaRPr>
          </a:p>
          <a:p>
            <a:r>
              <a:rPr lang="en-US" sz="1400">
                <a:latin typeface="Roboto Mono" pitchFamily="49" charset="0"/>
                <a:ea typeface="Roboto Mono" pitchFamily="49" charset="0"/>
              </a:rPr>
              <a:t>// 3</a:t>
            </a:r>
            <a:endParaRPr lang="en-US" sz="1400" dirty="0">
              <a:latin typeface="Roboto Mono" pitchFamily="49" charset="0"/>
              <a:ea typeface="Roboto Mono" pitchFamily="49" charset="0"/>
            </a:endParaRPr>
          </a:p>
        </p:txBody>
      </p:sp>
      <p:cxnSp>
        <p:nvCxnSpPr>
          <p:cNvPr id="25" name="Straight Arrow Connector 24">
            <a:extLst>
              <a:ext uri="{FF2B5EF4-FFF2-40B4-BE49-F238E27FC236}">
                <a16:creationId xmlns:a16="http://schemas.microsoft.com/office/drawing/2014/main" id="{17A96B2C-55F6-E69C-DED8-BFF647CD3F05}"/>
              </a:ext>
            </a:extLst>
          </p:cNvPr>
          <p:cNvCxnSpPr>
            <a:cxnSpLocks/>
            <a:stCxn id="24" idx="3"/>
            <a:endCxn id="26" idx="1"/>
          </p:cNvCxnSpPr>
          <p:nvPr/>
        </p:nvCxnSpPr>
        <p:spPr>
          <a:xfrm flipV="1">
            <a:off x="3297073" y="3689502"/>
            <a:ext cx="1178826" cy="7468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D88DA5FE-0856-D0DA-6998-6DFB4C482AA6}"/>
              </a:ext>
            </a:extLst>
          </p:cNvPr>
          <p:cNvSpPr txBox="1"/>
          <p:nvPr/>
        </p:nvSpPr>
        <p:spPr>
          <a:xfrm>
            <a:off x="4475899" y="3427892"/>
            <a:ext cx="2357653" cy="523220"/>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2</a:t>
            </a:r>
          </a:p>
          <a:p>
            <a:r>
              <a:rPr lang="en-US" sz="1400" dirty="0">
                <a:latin typeface="Roboto Mono" pitchFamily="49" charset="0"/>
                <a:ea typeface="Roboto Mono" pitchFamily="49" charset="0"/>
              </a:rPr>
              <a:t>// 3</a:t>
            </a:r>
          </a:p>
        </p:txBody>
      </p:sp>
      <p:sp>
        <p:nvSpPr>
          <p:cNvPr id="33" name="TextBox 32">
            <a:extLst>
              <a:ext uri="{FF2B5EF4-FFF2-40B4-BE49-F238E27FC236}">
                <a16:creationId xmlns:a16="http://schemas.microsoft.com/office/drawing/2014/main" id="{3483857F-9F0B-3EC1-CB08-8389EB3E8182}"/>
              </a:ext>
            </a:extLst>
          </p:cNvPr>
          <p:cNvSpPr txBox="1"/>
          <p:nvPr/>
        </p:nvSpPr>
        <p:spPr>
          <a:xfrm>
            <a:off x="4475899" y="4698005"/>
            <a:ext cx="2357653" cy="523220"/>
          </a:xfrm>
          <a:prstGeom prst="rect">
            <a:avLst/>
          </a:prstGeom>
          <a:solidFill>
            <a:srgbClr val="E9EEB4"/>
          </a:solidFill>
        </p:spPr>
        <p:txBody>
          <a:bodyPr wrap="square" rtlCol="0">
            <a:spAutoFit/>
          </a:bodyPr>
          <a:lstStyle/>
          <a:p>
            <a:r>
              <a:rPr lang="en-US" sz="1400" dirty="0">
                <a:latin typeface="Roboto Mono" pitchFamily="49" charset="0"/>
                <a:ea typeface="Roboto Mono" pitchFamily="49" charset="0"/>
              </a:rPr>
              <a:t>// 4</a:t>
            </a:r>
          </a:p>
          <a:p>
            <a:r>
              <a:rPr lang="en-US" sz="1400" dirty="0">
                <a:latin typeface="Roboto Mono" pitchFamily="49" charset="0"/>
                <a:ea typeface="Roboto Mono" pitchFamily="49" charset="0"/>
              </a:rPr>
              <a:t>// 5</a:t>
            </a:r>
          </a:p>
        </p:txBody>
      </p:sp>
      <p:cxnSp>
        <p:nvCxnSpPr>
          <p:cNvPr id="34" name="Straight Arrow Connector 33">
            <a:extLst>
              <a:ext uri="{FF2B5EF4-FFF2-40B4-BE49-F238E27FC236}">
                <a16:creationId xmlns:a16="http://schemas.microsoft.com/office/drawing/2014/main" id="{4C3DC991-2896-03A3-A562-BD55887CCEDF}"/>
              </a:ext>
            </a:extLst>
          </p:cNvPr>
          <p:cNvCxnSpPr>
            <a:cxnSpLocks/>
            <a:stCxn id="24" idx="3"/>
            <a:endCxn id="33" idx="1"/>
          </p:cNvCxnSpPr>
          <p:nvPr/>
        </p:nvCxnSpPr>
        <p:spPr>
          <a:xfrm>
            <a:off x="3297073" y="4436395"/>
            <a:ext cx="1178826" cy="5232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E7C1408B-273F-2DAA-0EFE-5DC15A6F755A}"/>
              </a:ext>
            </a:extLst>
          </p:cNvPr>
          <p:cNvSpPr txBox="1"/>
          <p:nvPr/>
        </p:nvSpPr>
        <p:spPr>
          <a:xfrm>
            <a:off x="4337716" y="5383342"/>
            <a:ext cx="2634018" cy="646331"/>
          </a:xfrm>
          <a:prstGeom prst="rect">
            <a:avLst/>
          </a:prstGeom>
          <a:noFill/>
        </p:spPr>
        <p:txBody>
          <a:bodyPr wrap="square" rtlCol="0">
            <a:spAutoFit/>
          </a:bodyPr>
          <a:lstStyle/>
          <a:p>
            <a:r>
              <a:rPr lang="en-TH" b="1" dirty="0">
                <a:latin typeface="Roboto Mono" pitchFamily="49" charset="0"/>
                <a:ea typeface="Roboto Mono" pitchFamily="49" charset="0"/>
              </a:rPr>
              <a:t>Only this block got rendered </a:t>
            </a:r>
            <a:r>
              <a:rPr lang="en-TH" b="1" dirty="0">
                <a:latin typeface="Roboto Mono" pitchFamily="49" charset="0"/>
                <a:ea typeface="Roboto Mono" pitchFamily="49" charset="0"/>
                <a:sym typeface="Wingdings" pitchFamily="2" charset="2"/>
              </a:rPr>
              <a:t></a:t>
            </a:r>
            <a:endParaRPr lang="en-TH" b="1" dirty="0">
              <a:latin typeface="Roboto Mono" pitchFamily="49" charset="0"/>
              <a:ea typeface="Roboto Mono" pitchFamily="49" charset="0"/>
            </a:endParaRPr>
          </a:p>
        </p:txBody>
      </p:sp>
    </p:spTree>
    <p:extLst>
      <p:ext uri="{BB962C8B-B14F-4D97-AF65-F5344CB8AC3E}">
        <p14:creationId xmlns:p14="http://schemas.microsoft.com/office/powerpoint/2010/main" val="17463220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312</Words>
  <Application>Microsoft Macintosh PowerPoint</Application>
  <PresentationFormat>Widescreen</PresentationFormat>
  <Paragraphs>57</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Roboto Mono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Kosolpattanadurong Thitiwat</dc:creator>
  <cp:lastModifiedBy>Kosolpattanadurong Thitiwat</cp:lastModifiedBy>
  <cp:revision>50</cp:revision>
  <dcterms:created xsi:type="dcterms:W3CDTF">2026-03-21T06:22:44Z</dcterms:created>
  <dcterms:modified xsi:type="dcterms:W3CDTF">2026-04-01T04:47:03Z</dcterms:modified>
</cp:coreProperties>
</file>