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8" r:id="rId2"/>
    <p:sldId id="259" r:id="rId3"/>
    <p:sldId id="260" r:id="rId4"/>
    <p:sldId id="261" r:id="rId5"/>
  </p:sldIdLst>
  <p:sldSz cx="12192000" cy="6858000"/>
  <p:notesSz cx="6858000" cy="9144000"/>
  <p:defaultTextStyle>
    <a:defPPr>
      <a:defRPr lang="en-T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EB4"/>
    <a:srgbClr val="F8F6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833936F-B371-EE48-B16F-9B3DE3347DF2}" v="15" dt="2026-03-26T02:39:04.193"/>
    <p1510:client id="{CB25C46D-0FAE-2440-A2AD-91E10B6C2EEF}" v="666" dt="2026-03-26T03:21:33.10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420"/>
    <p:restoredTop sz="94655"/>
  </p:normalViewPr>
  <p:slideViewPr>
    <p:cSldViewPr snapToGrid="0">
      <p:cViewPr varScale="1">
        <p:scale>
          <a:sx n="88" d="100"/>
          <a:sy n="88" d="100"/>
        </p:scale>
        <p:origin x="176" y="3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T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CA0E430-3AD9-F141-A22E-3A26D011E6C3}" type="datetimeFigureOut">
              <a:rPr lang="en-TH" smtClean="0"/>
              <a:t>1/4/2026 R</a:t>
            </a:fld>
            <a:endParaRPr lang="en-T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T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T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18F0BB6-4127-6644-8200-D2B16A955214}" type="slidenum">
              <a:rPr lang="en-TH" smtClean="0"/>
              <a:t>‹#›</a:t>
            </a:fld>
            <a:endParaRPr lang="en-TH"/>
          </a:p>
        </p:txBody>
      </p:sp>
    </p:spTree>
    <p:extLst>
      <p:ext uri="{BB962C8B-B14F-4D97-AF65-F5344CB8AC3E}">
        <p14:creationId xmlns:p14="http://schemas.microsoft.com/office/powerpoint/2010/main" val="38837048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9B625C-5AC5-2A94-F35C-B288EAF7EEF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TH"/>
          </a:p>
        </p:txBody>
      </p:sp>
      <p:sp>
        <p:nvSpPr>
          <p:cNvPr id="3" name="Subtitle 2">
            <a:extLst>
              <a:ext uri="{FF2B5EF4-FFF2-40B4-BE49-F238E27FC236}">
                <a16:creationId xmlns:a16="http://schemas.microsoft.com/office/drawing/2014/main" id="{8552891B-0412-AA86-D929-A0F697D957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TH"/>
          </a:p>
        </p:txBody>
      </p:sp>
      <p:sp>
        <p:nvSpPr>
          <p:cNvPr id="4" name="Date Placeholder 3">
            <a:extLst>
              <a:ext uri="{FF2B5EF4-FFF2-40B4-BE49-F238E27FC236}">
                <a16:creationId xmlns:a16="http://schemas.microsoft.com/office/drawing/2014/main" id="{DEDA4D2A-B793-87EB-C60F-074A6D4043B7}"/>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5" name="Footer Placeholder 4">
            <a:extLst>
              <a:ext uri="{FF2B5EF4-FFF2-40B4-BE49-F238E27FC236}">
                <a16:creationId xmlns:a16="http://schemas.microsoft.com/office/drawing/2014/main" id="{63A99296-761B-57F3-1D06-2A07BEAE0ABA}"/>
              </a:ext>
            </a:extLst>
          </p:cNvPr>
          <p:cNvSpPr>
            <a:spLocks noGrp="1"/>
          </p:cNvSpPr>
          <p:nvPr>
            <p:ph type="ftr" sz="quarter" idx="11"/>
          </p:nvPr>
        </p:nvSpPr>
        <p:spPr/>
        <p:txBody>
          <a:bodyPr/>
          <a:lstStyle/>
          <a:p>
            <a:endParaRPr lang="en-TH"/>
          </a:p>
        </p:txBody>
      </p:sp>
      <p:sp>
        <p:nvSpPr>
          <p:cNvPr id="6" name="Slide Number Placeholder 5">
            <a:extLst>
              <a:ext uri="{FF2B5EF4-FFF2-40B4-BE49-F238E27FC236}">
                <a16:creationId xmlns:a16="http://schemas.microsoft.com/office/drawing/2014/main" id="{13A59238-3294-A880-FFB9-0D16C46815E5}"/>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3693077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8F5AF-62D8-4E4A-211B-E22168BE7A93}"/>
              </a:ext>
            </a:extLst>
          </p:cNvPr>
          <p:cNvSpPr>
            <a:spLocks noGrp="1"/>
          </p:cNvSpPr>
          <p:nvPr>
            <p:ph type="title"/>
          </p:nvPr>
        </p:nvSpPr>
        <p:spPr/>
        <p:txBody>
          <a:bodyPr/>
          <a:lstStyle/>
          <a:p>
            <a:r>
              <a:rPr lang="en-US"/>
              <a:t>Click to edit Master title style</a:t>
            </a:r>
            <a:endParaRPr lang="en-TH"/>
          </a:p>
        </p:txBody>
      </p:sp>
      <p:sp>
        <p:nvSpPr>
          <p:cNvPr id="3" name="Content Placeholder 2">
            <a:extLst>
              <a:ext uri="{FF2B5EF4-FFF2-40B4-BE49-F238E27FC236}">
                <a16:creationId xmlns:a16="http://schemas.microsoft.com/office/drawing/2014/main" id="{33B24D27-F967-A207-78F7-0F612C78FD6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Date Placeholder 3">
            <a:extLst>
              <a:ext uri="{FF2B5EF4-FFF2-40B4-BE49-F238E27FC236}">
                <a16:creationId xmlns:a16="http://schemas.microsoft.com/office/drawing/2014/main" id="{174E5A0F-A09B-B0E8-9D62-F660D983FCA6}"/>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5" name="Footer Placeholder 4">
            <a:extLst>
              <a:ext uri="{FF2B5EF4-FFF2-40B4-BE49-F238E27FC236}">
                <a16:creationId xmlns:a16="http://schemas.microsoft.com/office/drawing/2014/main" id="{AF300CA9-17EC-FC7F-C169-E7B2D4ADA00C}"/>
              </a:ext>
            </a:extLst>
          </p:cNvPr>
          <p:cNvSpPr>
            <a:spLocks noGrp="1"/>
          </p:cNvSpPr>
          <p:nvPr>
            <p:ph type="ftr" sz="quarter" idx="11"/>
          </p:nvPr>
        </p:nvSpPr>
        <p:spPr/>
        <p:txBody>
          <a:bodyPr/>
          <a:lstStyle/>
          <a:p>
            <a:endParaRPr lang="en-TH"/>
          </a:p>
        </p:txBody>
      </p:sp>
      <p:sp>
        <p:nvSpPr>
          <p:cNvPr id="6" name="Slide Number Placeholder 5">
            <a:extLst>
              <a:ext uri="{FF2B5EF4-FFF2-40B4-BE49-F238E27FC236}">
                <a16:creationId xmlns:a16="http://schemas.microsoft.com/office/drawing/2014/main" id="{C130AB30-7AEA-B2A6-E843-1A1FD676078D}"/>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3150288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2BE16-140F-918B-C7E1-487AD34A12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TH"/>
          </a:p>
        </p:txBody>
      </p:sp>
      <p:sp>
        <p:nvSpPr>
          <p:cNvPr id="3" name="Text Placeholder 2">
            <a:extLst>
              <a:ext uri="{FF2B5EF4-FFF2-40B4-BE49-F238E27FC236}">
                <a16:creationId xmlns:a16="http://schemas.microsoft.com/office/drawing/2014/main" id="{71520A71-E63E-2C5F-083B-77DA3BE7448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9729321-0CF8-70B7-839D-A70DA09704C5}"/>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5" name="Footer Placeholder 4">
            <a:extLst>
              <a:ext uri="{FF2B5EF4-FFF2-40B4-BE49-F238E27FC236}">
                <a16:creationId xmlns:a16="http://schemas.microsoft.com/office/drawing/2014/main" id="{54557A39-74FD-46F7-B15F-9047FC1469C8}"/>
              </a:ext>
            </a:extLst>
          </p:cNvPr>
          <p:cNvSpPr>
            <a:spLocks noGrp="1"/>
          </p:cNvSpPr>
          <p:nvPr>
            <p:ph type="ftr" sz="quarter" idx="11"/>
          </p:nvPr>
        </p:nvSpPr>
        <p:spPr/>
        <p:txBody>
          <a:bodyPr/>
          <a:lstStyle/>
          <a:p>
            <a:endParaRPr lang="en-TH"/>
          </a:p>
        </p:txBody>
      </p:sp>
      <p:sp>
        <p:nvSpPr>
          <p:cNvPr id="6" name="Slide Number Placeholder 5">
            <a:extLst>
              <a:ext uri="{FF2B5EF4-FFF2-40B4-BE49-F238E27FC236}">
                <a16:creationId xmlns:a16="http://schemas.microsoft.com/office/drawing/2014/main" id="{4B494CF6-56E8-752F-628F-6260295B90BC}"/>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26147505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74A2E-293E-5067-C922-BCD119BE2587}"/>
              </a:ext>
            </a:extLst>
          </p:cNvPr>
          <p:cNvSpPr>
            <a:spLocks noGrp="1"/>
          </p:cNvSpPr>
          <p:nvPr>
            <p:ph type="title"/>
          </p:nvPr>
        </p:nvSpPr>
        <p:spPr/>
        <p:txBody>
          <a:bodyPr/>
          <a:lstStyle/>
          <a:p>
            <a:r>
              <a:rPr lang="en-US"/>
              <a:t>Click to edit Master title style</a:t>
            </a:r>
            <a:endParaRPr lang="en-TH"/>
          </a:p>
        </p:txBody>
      </p:sp>
      <p:sp>
        <p:nvSpPr>
          <p:cNvPr id="3" name="Content Placeholder 2">
            <a:extLst>
              <a:ext uri="{FF2B5EF4-FFF2-40B4-BE49-F238E27FC236}">
                <a16:creationId xmlns:a16="http://schemas.microsoft.com/office/drawing/2014/main" id="{36180D14-0BFE-67B6-45BA-154FDEE198B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Content Placeholder 3">
            <a:extLst>
              <a:ext uri="{FF2B5EF4-FFF2-40B4-BE49-F238E27FC236}">
                <a16:creationId xmlns:a16="http://schemas.microsoft.com/office/drawing/2014/main" id="{6EABD004-13F8-35F7-9880-31BAA228E22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5" name="Date Placeholder 4">
            <a:extLst>
              <a:ext uri="{FF2B5EF4-FFF2-40B4-BE49-F238E27FC236}">
                <a16:creationId xmlns:a16="http://schemas.microsoft.com/office/drawing/2014/main" id="{227A8511-26FE-BBFA-74BB-328A78E8F3F5}"/>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6" name="Footer Placeholder 5">
            <a:extLst>
              <a:ext uri="{FF2B5EF4-FFF2-40B4-BE49-F238E27FC236}">
                <a16:creationId xmlns:a16="http://schemas.microsoft.com/office/drawing/2014/main" id="{DDC240E0-CEFA-C741-79F5-22C5845D0C4B}"/>
              </a:ext>
            </a:extLst>
          </p:cNvPr>
          <p:cNvSpPr>
            <a:spLocks noGrp="1"/>
          </p:cNvSpPr>
          <p:nvPr>
            <p:ph type="ftr" sz="quarter" idx="11"/>
          </p:nvPr>
        </p:nvSpPr>
        <p:spPr/>
        <p:txBody>
          <a:bodyPr/>
          <a:lstStyle/>
          <a:p>
            <a:endParaRPr lang="en-TH"/>
          </a:p>
        </p:txBody>
      </p:sp>
      <p:sp>
        <p:nvSpPr>
          <p:cNvPr id="7" name="Slide Number Placeholder 6">
            <a:extLst>
              <a:ext uri="{FF2B5EF4-FFF2-40B4-BE49-F238E27FC236}">
                <a16:creationId xmlns:a16="http://schemas.microsoft.com/office/drawing/2014/main" id="{C6CC4A2A-0BD1-1E67-D0BE-A69789602403}"/>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2550958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086D5C-455D-6820-6E67-0C7E0195C730}"/>
              </a:ext>
            </a:extLst>
          </p:cNvPr>
          <p:cNvSpPr>
            <a:spLocks noGrp="1"/>
          </p:cNvSpPr>
          <p:nvPr>
            <p:ph type="title"/>
          </p:nvPr>
        </p:nvSpPr>
        <p:spPr>
          <a:xfrm>
            <a:off x="839788" y="365125"/>
            <a:ext cx="10515600" cy="1325563"/>
          </a:xfrm>
        </p:spPr>
        <p:txBody>
          <a:bodyPr/>
          <a:lstStyle/>
          <a:p>
            <a:r>
              <a:rPr lang="en-US"/>
              <a:t>Click to edit Master title style</a:t>
            </a:r>
            <a:endParaRPr lang="en-TH"/>
          </a:p>
        </p:txBody>
      </p:sp>
      <p:sp>
        <p:nvSpPr>
          <p:cNvPr id="3" name="Text Placeholder 2">
            <a:extLst>
              <a:ext uri="{FF2B5EF4-FFF2-40B4-BE49-F238E27FC236}">
                <a16:creationId xmlns:a16="http://schemas.microsoft.com/office/drawing/2014/main" id="{AA8BBBF0-87EF-602A-96D4-B5907BD879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C647933-C82D-FC5F-6A6E-4EE73F43612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5" name="Text Placeholder 4">
            <a:extLst>
              <a:ext uri="{FF2B5EF4-FFF2-40B4-BE49-F238E27FC236}">
                <a16:creationId xmlns:a16="http://schemas.microsoft.com/office/drawing/2014/main" id="{F310ABD9-01BF-2783-047A-E6B129019E7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0798220-0F72-AB40-2764-6693FEE63F0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7" name="Date Placeholder 6">
            <a:extLst>
              <a:ext uri="{FF2B5EF4-FFF2-40B4-BE49-F238E27FC236}">
                <a16:creationId xmlns:a16="http://schemas.microsoft.com/office/drawing/2014/main" id="{F7A651FA-34BA-AD6B-881E-7251FBC8DE5E}"/>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8" name="Footer Placeholder 7">
            <a:extLst>
              <a:ext uri="{FF2B5EF4-FFF2-40B4-BE49-F238E27FC236}">
                <a16:creationId xmlns:a16="http://schemas.microsoft.com/office/drawing/2014/main" id="{D84175FF-5888-8F58-3D1C-00A9146C1232}"/>
              </a:ext>
            </a:extLst>
          </p:cNvPr>
          <p:cNvSpPr>
            <a:spLocks noGrp="1"/>
          </p:cNvSpPr>
          <p:nvPr>
            <p:ph type="ftr" sz="quarter" idx="11"/>
          </p:nvPr>
        </p:nvSpPr>
        <p:spPr/>
        <p:txBody>
          <a:bodyPr/>
          <a:lstStyle/>
          <a:p>
            <a:endParaRPr lang="en-TH"/>
          </a:p>
        </p:txBody>
      </p:sp>
      <p:sp>
        <p:nvSpPr>
          <p:cNvPr id="9" name="Slide Number Placeholder 8">
            <a:extLst>
              <a:ext uri="{FF2B5EF4-FFF2-40B4-BE49-F238E27FC236}">
                <a16:creationId xmlns:a16="http://schemas.microsoft.com/office/drawing/2014/main" id="{2EB99A47-A91E-DC74-1E97-4462410EE840}"/>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288308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BFCD2-54A0-B918-F7A8-D04736863612}"/>
              </a:ext>
            </a:extLst>
          </p:cNvPr>
          <p:cNvSpPr>
            <a:spLocks noGrp="1"/>
          </p:cNvSpPr>
          <p:nvPr>
            <p:ph type="title"/>
          </p:nvPr>
        </p:nvSpPr>
        <p:spPr/>
        <p:txBody>
          <a:bodyPr/>
          <a:lstStyle/>
          <a:p>
            <a:r>
              <a:rPr lang="en-US"/>
              <a:t>Click to edit Master title style</a:t>
            </a:r>
            <a:endParaRPr lang="en-TH"/>
          </a:p>
        </p:txBody>
      </p:sp>
      <p:sp>
        <p:nvSpPr>
          <p:cNvPr id="3" name="Date Placeholder 2">
            <a:extLst>
              <a:ext uri="{FF2B5EF4-FFF2-40B4-BE49-F238E27FC236}">
                <a16:creationId xmlns:a16="http://schemas.microsoft.com/office/drawing/2014/main" id="{CC09E963-C4AB-0144-1B64-C85143789556}"/>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4" name="Footer Placeholder 3">
            <a:extLst>
              <a:ext uri="{FF2B5EF4-FFF2-40B4-BE49-F238E27FC236}">
                <a16:creationId xmlns:a16="http://schemas.microsoft.com/office/drawing/2014/main" id="{B1A65DA4-8ACC-1442-2176-E178F18AD112}"/>
              </a:ext>
            </a:extLst>
          </p:cNvPr>
          <p:cNvSpPr>
            <a:spLocks noGrp="1"/>
          </p:cNvSpPr>
          <p:nvPr>
            <p:ph type="ftr" sz="quarter" idx="11"/>
          </p:nvPr>
        </p:nvSpPr>
        <p:spPr/>
        <p:txBody>
          <a:bodyPr/>
          <a:lstStyle/>
          <a:p>
            <a:endParaRPr lang="en-TH"/>
          </a:p>
        </p:txBody>
      </p:sp>
      <p:sp>
        <p:nvSpPr>
          <p:cNvPr id="5" name="Slide Number Placeholder 4">
            <a:extLst>
              <a:ext uri="{FF2B5EF4-FFF2-40B4-BE49-F238E27FC236}">
                <a16:creationId xmlns:a16="http://schemas.microsoft.com/office/drawing/2014/main" id="{0E6F3300-B41D-A74A-7D54-22AA30CA1A35}"/>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288762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A37430E-4DB0-E4D7-3EBB-502F24592D7E}"/>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3" name="Footer Placeholder 2">
            <a:extLst>
              <a:ext uri="{FF2B5EF4-FFF2-40B4-BE49-F238E27FC236}">
                <a16:creationId xmlns:a16="http://schemas.microsoft.com/office/drawing/2014/main" id="{0A6BBFD6-54B3-DA93-297E-01A69E58F1E9}"/>
              </a:ext>
            </a:extLst>
          </p:cNvPr>
          <p:cNvSpPr>
            <a:spLocks noGrp="1"/>
          </p:cNvSpPr>
          <p:nvPr>
            <p:ph type="ftr" sz="quarter" idx="11"/>
          </p:nvPr>
        </p:nvSpPr>
        <p:spPr/>
        <p:txBody>
          <a:bodyPr/>
          <a:lstStyle/>
          <a:p>
            <a:endParaRPr lang="en-TH"/>
          </a:p>
        </p:txBody>
      </p:sp>
      <p:sp>
        <p:nvSpPr>
          <p:cNvPr id="4" name="Slide Number Placeholder 3">
            <a:extLst>
              <a:ext uri="{FF2B5EF4-FFF2-40B4-BE49-F238E27FC236}">
                <a16:creationId xmlns:a16="http://schemas.microsoft.com/office/drawing/2014/main" id="{6A5B84F0-8116-9B5E-3ACA-133501EB7507}"/>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784482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1FE32-05BA-1853-FC8A-5D360E1094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TH"/>
          </a:p>
        </p:txBody>
      </p:sp>
      <p:sp>
        <p:nvSpPr>
          <p:cNvPr id="3" name="Content Placeholder 2">
            <a:extLst>
              <a:ext uri="{FF2B5EF4-FFF2-40B4-BE49-F238E27FC236}">
                <a16:creationId xmlns:a16="http://schemas.microsoft.com/office/drawing/2014/main" id="{0C62DABB-5776-EC91-38B4-E4132CC41B4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Text Placeholder 3">
            <a:extLst>
              <a:ext uri="{FF2B5EF4-FFF2-40B4-BE49-F238E27FC236}">
                <a16:creationId xmlns:a16="http://schemas.microsoft.com/office/drawing/2014/main" id="{14A13F7C-2AA4-A3AF-BADB-9B181C8CA6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CB40C5-3A77-FD97-7067-E170EA551B51}"/>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6" name="Footer Placeholder 5">
            <a:extLst>
              <a:ext uri="{FF2B5EF4-FFF2-40B4-BE49-F238E27FC236}">
                <a16:creationId xmlns:a16="http://schemas.microsoft.com/office/drawing/2014/main" id="{EC9ACE0C-CE69-DE36-B62C-453E46DB5463}"/>
              </a:ext>
            </a:extLst>
          </p:cNvPr>
          <p:cNvSpPr>
            <a:spLocks noGrp="1"/>
          </p:cNvSpPr>
          <p:nvPr>
            <p:ph type="ftr" sz="quarter" idx="11"/>
          </p:nvPr>
        </p:nvSpPr>
        <p:spPr/>
        <p:txBody>
          <a:bodyPr/>
          <a:lstStyle/>
          <a:p>
            <a:endParaRPr lang="en-TH"/>
          </a:p>
        </p:txBody>
      </p:sp>
      <p:sp>
        <p:nvSpPr>
          <p:cNvPr id="7" name="Slide Number Placeholder 6">
            <a:extLst>
              <a:ext uri="{FF2B5EF4-FFF2-40B4-BE49-F238E27FC236}">
                <a16:creationId xmlns:a16="http://schemas.microsoft.com/office/drawing/2014/main" id="{A1EC14FC-060C-8C89-4D26-E19DA32EAF89}"/>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24686702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FEFFC-4F1E-733C-CC76-513B13B74F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TH"/>
          </a:p>
        </p:txBody>
      </p:sp>
      <p:sp>
        <p:nvSpPr>
          <p:cNvPr id="3" name="Picture Placeholder 2">
            <a:extLst>
              <a:ext uri="{FF2B5EF4-FFF2-40B4-BE49-F238E27FC236}">
                <a16:creationId xmlns:a16="http://schemas.microsoft.com/office/drawing/2014/main" id="{D8846830-15C1-F1EB-995E-1B2E536D8CC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TH"/>
          </a:p>
        </p:txBody>
      </p:sp>
      <p:sp>
        <p:nvSpPr>
          <p:cNvPr id="4" name="Text Placeholder 3">
            <a:extLst>
              <a:ext uri="{FF2B5EF4-FFF2-40B4-BE49-F238E27FC236}">
                <a16:creationId xmlns:a16="http://schemas.microsoft.com/office/drawing/2014/main" id="{15738570-5BE7-18F1-7BBF-74755CFC482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2E4598-0126-6FD8-513B-0A90045990E1}"/>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6" name="Footer Placeholder 5">
            <a:extLst>
              <a:ext uri="{FF2B5EF4-FFF2-40B4-BE49-F238E27FC236}">
                <a16:creationId xmlns:a16="http://schemas.microsoft.com/office/drawing/2014/main" id="{A324F456-8F2A-1170-8B2C-68F8253302CA}"/>
              </a:ext>
            </a:extLst>
          </p:cNvPr>
          <p:cNvSpPr>
            <a:spLocks noGrp="1"/>
          </p:cNvSpPr>
          <p:nvPr>
            <p:ph type="ftr" sz="quarter" idx="11"/>
          </p:nvPr>
        </p:nvSpPr>
        <p:spPr/>
        <p:txBody>
          <a:bodyPr/>
          <a:lstStyle/>
          <a:p>
            <a:endParaRPr lang="en-TH"/>
          </a:p>
        </p:txBody>
      </p:sp>
      <p:sp>
        <p:nvSpPr>
          <p:cNvPr id="7" name="Slide Number Placeholder 6">
            <a:extLst>
              <a:ext uri="{FF2B5EF4-FFF2-40B4-BE49-F238E27FC236}">
                <a16:creationId xmlns:a16="http://schemas.microsoft.com/office/drawing/2014/main" id="{1719FC53-F421-06CF-E5C4-FD37B76144D2}"/>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42082881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70D79-FD87-AD16-3DC3-878FD0716CB7}"/>
              </a:ext>
            </a:extLst>
          </p:cNvPr>
          <p:cNvSpPr>
            <a:spLocks noGrp="1"/>
          </p:cNvSpPr>
          <p:nvPr>
            <p:ph type="title"/>
          </p:nvPr>
        </p:nvSpPr>
        <p:spPr/>
        <p:txBody>
          <a:bodyPr/>
          <a:lstStyle/>
          <a:p>
            <a:r>
              <a:rPr lang="en-US"/>
              <a:t>Click to edit Master title style</a:t>
            </a:r>
            <a:endParaRPr lang="en-TH"/>
          </a:p>
        </p:txBody>
      </p:sp>
      <p:sp>
        <p:nvSpPr>
          <p:cNvPr id="3" name="Vertical Text Placeholder 2">
            <a:extLst>
              <a:ext uri="{FF2B5EF4-FFF2-40B4-BE49-F238E27FC236}">
                <a16:creationId xmlns:a16="http://schemas.microsoft.com/office/drawing/2014/main" id="{0F4F7395-FFEE-BA1B-6EA6-0F0974968F0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Date Placeholder 3">
            <a:extLst>
              <a:ext uri="{FF2B5EF4-FFF2-40B4-BE49-F238E27FC236}">
                <a16:creationId xmlns:a16="http://schemas.microsoft.com/office/drawing/2014/main" id="{760A629D-5575-6390-2252-30793CD6D248}"/>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5" name="Footer Placeholder 4">
            <a:extLst>
              <a:ext uri="{FF2B5EF4-FFF2-40B4-BE49-F238E27FC236}">
                <a16:creationId xmlns:a16="http://schemas.microsoft.com/office/drawing/2014/main" id="{64E98FBE-EA91-9A57-6C09-091BB0096578}"/>
              </a:ext>
            </a:extLst>
          </p:cNvPr>
          <p:cNvSpPr>
            <a:spLocks noGrp="1"/>
          </p:cNvSpPr>
          <p:nvPr>
            <p:ph type="ftr" sz="quarter" idx="11"/>
          </p:nvPr>
        </p:nvSpPr>
        <p:spPr/>
        <p:txBody>
          <a:bodyPr/>
          <a:lstStyle/>
          <a:p>
            <a:endParaRPr lang="en-TH"/>
          </a:p>
        </p:txBody>
      </p:sp>
      <p:sp>
        <p:nvSpPr>
          <p:cNvPr id="6" name="Slide Number Placeholder 5">
            <a:extLst>
              <a:ext uri="{FF2B5EF4-FFF2-40B4-BE49-F238E27FC236}">
                <a16:creationId xmlns:a16="http://schemas.microsoft.com/office/drawing/2014/main" id="{458A6087-A839-4233-A96B-D6D9C85E3523}"/>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11505756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60CCE40-0193-35CB-E0FF-F11CBAAE59A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TH"/>
          </a:p>
        </p:txBody>
      </p:sp>
      <p:sp>
        <p:nvSpPr>
          <p:cNvPr id="3" name="Vertical Text Placeholder 2">
            <a:extLst>
              <a:ext uri="{FF2B5EF4-FFF2-40B4-BE49-F238E27FC236}">
                <a16:creationId xmlns:a16="http://schemas.microsoft.com/office/drawing/2014/main" id="{A5D91B87-8A0F-96BF-A971-698745C2F4C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Date Placeholder 3">
            <a:extLst>
              <a:ext uri="{FF2B5EF4-FFF2-40B4-BE49-F238E27FC236}">
                <a16:creationId xmlns:a16="http://schemas.microsoft.com/office/drawing/2014/main" id="{3C8CDC67-3209-D708-43CC-C417E170F3A9}"/>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5" name="Footer Placeholder 4">
            <a:extLst>
              <a:ext uri="{FF2B5EF4-FFF2-40B4-BE49-F238E27FC236}">
                <a16:creationId xmlns:a16="http://schemas.microsoft.com/office/drawing/2014/main" id="{9441CA0F-7C69-5BAD-1B64-E49310149134}"/>
              </a:ext>
            </a:extLst>
          </p:cNvPr>
          <p:cNvSpPr>
            <a:spLocks noGrp="1"/>
          </p:cNvSpPr>
          <p:nvPr>
            <p:ph type="ftr" sz="quarter" idx="11"/>
          </p:nvPr>
        </p:nvSpPr>
        <p:spPr/>
        <p:txBody>
          <a:bodyPr/>
          <a:lstStyle/>
          <a:p>
            <a:endParaRPr lang="en-TH"/>
          </a:p>
        </p:txBody>
      </p:sp>
      <p:sp>
        <p:nvSpPr>
          <p:cNvPr id="6" name="Slide Number Placeholder 5">
            <a:extLst>
              <a:ext uri="{FF2B5EF4-FFF2-40B4-BE49-F238E27FC236}">
                <a16:creationId xmlns:a16="http://schemas.microsoft.com/office/drawing/2014/main" id="{C18F352E-F146-AB5E-CE59-6C83A30E0842}"/>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1862129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3E6AF-816B-E8F5-26F0-8D03CDD390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TH"/>
          </a:p>
        </p:txBody>
      </p:sp>
      <p:sp>
        <p:nvSpPr>
          <p:cNvPr id="3" name="Text Placeholder 2">
            <a:extLst>
              <a:ext uri="{FF2B5EF4-FFF2-40B4-BE49-F238E27FC236}">
                <a16:creationId xmlns:a16="http://schemas.microsoft.com/office/drawing/2014/main" id="{0F2ABFA1-12C6-51B8-C055-083A316130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Date Placeholder 3">
            <a:extLst>
              <a:ext uri="{FF2B5EF4-FFF2-40B4-BE49-F238E27FC236}">
                <a16:creationId xmlns:a16="http://schemas.microsoft.com/office/drawing/2014/main" id="{EF495FF4-1A85-D9C9-CDA2-89144E17B92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8EBF160-51D9-2F48-BE60-5898CA467DC0}" type="datetimeFigureOut">
              <a:rPr lang="en-TH" smtClean="0"/>
              <a:t>1/4/2026 R</a:t>
            </a:fld>
            <a:endParaRPr lang="en-TH"/>
          </a:p>
        </p:txBody>
      </p:sp>
      <p:sp>
        <p:nvSpPr>
          <p:cNvPr id="5" name="Footer Placeholder 4">
            <a:extLst>
              <a:ext uri="{FF2B5EF4-FFF2-40B4-BE49-F238E27FC236}">
                <a16:creationId xmlns:a16="http://schemas.microsoft.com/office/drawing/2014/main" id="{20D6FA6A-3EF9-0EF3-8F15-02A41B2FFC9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TH"/>
          </a:p>
        </p:txBody>
      </p:sp>
      <p:sp>
        <p:nvSpPr>
          <p:cNvPr id="6" name="Slide Number Placeholder 5">
            <a:extLst>
              <a:ext uri="{FF2B5EF4-FFF2-40B4-BE49-F238E27FC236}">
                <a16:creationId xmlns:a16="http://schemas.microsoft.com/office/drawing/2014/main" id="{F2121554-7A01-C17E-F3EA-68A5CB2DAD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6335A4C-24C5-F348-B703-FABC63570F54}" type="slidenum">
              <a:rPr lang="en-TH" smtClean="0"/>
              <a:t>‹#›</a:t>
            </a:fld>
            <a:endParaRPr lang="en-TH"/>
          </a:p>
        </p:txBody>
      </p:sp>
    </p:spTree>
    <p:extLst>
      <p:ext uri="{BB962C8B-B14F-4D97-AF65-F5344CB8AC3E}">
        <p14:creationId xmlns:p14="http://schemas.microsoft.com/office/powerpoint/2010/main" val="19325597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T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166EA8B-74D5-0D92-6569-B887B440C19A}"/>
              </a:ext>
            </a:extLst>
          </p:cNvPr>
          <p:cNvSpPr txBox="1"/>
          <p:nvPr/>
        </p:nvSpPr>
        <p:spPr>
          <a:xfrm>
            <a:off x="385548" y="206177"/>
            <a:ext cx="5346512" cy="3970318"/>
          </a:xfrm>
          <a:prstGeom prst="rect">
            <a:avLst/>
          </a:prstGeom>
          <a:solidFill>
            <a:srgbClr val="E9EEB4"/>
          </a:solidFill>
        </p:spPr>
        <p:txBody>
          <a:bodyPr wrap="square" rtlCol="0">
            <a:spAutoFit/>
          </a:bodyPr>
          <a:lstStyle/>
          <a:p>
            <a:r>
              <a:rPr lang="en-US" sz="1400" b="1" dirty="0">
                <a:solidFill>
                  <a:srgbClr val="FF0000"/>
                </a:solidFill>
                <a:latin typeface="Roboto Mono" pitchFamily="49" charset="0"/>
                <a:ea typeface="Roboto Mono" pitchFamily="49" charset="0"/>
              </a:rPr>
              <a:t>#!</a:t>
            </a:r>
            <a:r>
              <a:rPr lang="en-US" sz="1400" b="1" dirty="0" err="1">
                <a:solidFill>
                  <a:srgbClr val="FF0000"/>
                </a:solidFill>
                <a:latin typeface="Roboto Mono" pitchFamily="49" charset="0"/>
                <a:ea typeface="Roboto Mono" pitchFamily="49" charset="0"/>
              </a:rPr>
              <a:t>cat.hpp</a:t>
            </a:r>
            <a:endParaRPr lang="en-US" sz="1400" b="1" dirty="0">
              <a:solidFill>
                <a:srgbClr val="FF0000"/>
              </a:solidFill>
              <a:latin typeface="Roboto Mono" pitchFamily="49" charset="0"/>
              <a:ea typeface="Roboto Mono" pitchFamily="49" charset="0"/>
            </a:endParaRPr>
          </a:p>
          <a:p>
            <a:r>
              <a:rPr lang="en-US" sz="1400" dirty="0">
                <a:latin typeface="Roboto Mono" pitchFamily="49" charset="0"/>
                <a:ea typeface="Roboto Mono" pitchFamily="49" charset="0"/>
              </a:rPr>
              <a:t>#</a:t>
            </a:r>
            <a:r>
              <a:rPr lang="en-US" sz="1400" dirty="0" err="1">
                <a:latin typeface="Roboto Mono" pitchFamily="49" charset="0"/>
                <a:ea typeface="Roboto Mono" pitchFamily="49" charset="0"/>
              </a:rPr>
              <a:t>ifndef</a:t>
            </a:r>
            <a:r>
              <a:rPr lang="en-US" sz="1400" dirty="0">
                <a:latin typeface="Roboto Mono" pitchFamily="49" charset="0"/>
                <a:ea typeface="Roboto Mono" pitchFamily="49" charset="0"/>
              </a:rPr>
              <a:t> CAT_HPP</a:t>
            </a:r>
          </a:p>
          <a:p>
            <a:r>
              <a:rPr lang="en-US" sz="1400" dirty="0">
                <a:latin typeface="Roboto Mono" pitchFamily="49" charset="0"/>
                <a:ea typeface="Roboto Mono" pitchFamily="49" charset="0"/>
              </a:rPr>
              <a:t>#define CAT_HPP</a:t>
            </a:r>
          </a:p>
          <a:p>
            <a:endParaRPr lang="en-US" sz="1400" dirty="0">
              <a:latin typeface="Roboto Mono" pitchFamily="49" charset="0"/>
              <a:ea typeface="Roboto Mono" pitchFamily="49" charset="0"/>
            </a:endParaRPr>
          </a:p>
          <a:p>
            <a:r>
              <a:rPr lang="en-US" sz="1400" dirty="0">
                <a:latin typeface="Roboto Mono" pitchFamily="49" charset="0"/>
                <a:ea typeface="Roboto Mono" pitchFamily="49" charset="0"/>
              </a:rPr>
              <a:t>#include &lt;string&gt;</a:t>
            </a:r>
          </a:p>
          <a:p>
            <a:endParaRPr lang="en-US" sz="1400" dirty="0">
              <a:latin typeface="Roboto Mono" pitchFamily="49" charset="0"/>
              <a:ea typeface="Roboto Mono" pitchFamily="49" charset="0"/>
            </a:endParaRPr>
          </a:p>
          <a:p>
            <a:r>
              <a:rPr lang="en-US" sz="1400" dirty="0">
                <a:latin typeface="Roboto Mono" pitchFamily="49" charset="0"/>
                <a:ea typeface="Roboto Mono" pitchFamily="49" charset="0"/>
              </a:rPr>
              <a:t>// The Interface: Tells the compiler what a 'Cat' is.</a:t>
            </a:r>
          </a:p>
          <a:p>
            <a:r>
              <a:rPr lang="en-US" sz="1400" dirty="0">
                <a:latin typeface="Roboto Mono" pitchFamily="49" charset="0"/>
                <a:ea typeface="Roboto Mono" pitchFamily="49" charset="0"/>
              </a:rPr>
              <a:t>struct Cat {</a:t>
            </a:r>
          </a:p>
          <a:p>
            <a:r>
              <a:rPr lang="en-US" sz="1400" dirty="0">
                <a:latin typeface="Roboto Mono" pitchFamily="49" charset="0"/>
                <a:ea typeface="Roboto Mono" pitchFamily="49" charset="0"/>
              </a:rPr>
              <a:t>    std::string name;</a:t>
            </a:r>
          </a:p>
          <a:p>
            <a:r>
              <a:rPr lang="en-US" sz="1400" dirty="0">
                <a:latin typeface="Roboto Mono" pitchFamily="49" charset="0"/>
                <a:ea typeface="Roboto Mono" pitchFamily="49" charset="0"/>
              </a:rPr>
              <a:t>    int age;</a:t>
            </a:r>
          </a:p>
          <a:p>
            <a:endParaRPr lang="en-US" sz="1400" dirty="0">
              <a:latin typeface="Roboto Mono" pitchFamily="49" charset="0"/>
              <a:ea typeface="Roboto Mono" pitchFamily="49" charset="0"/>
            </a:endParaRPr>
          </a:p>
          <a:p>
            <a:r>
              <a:rPr lang="en-US" sz="1400" dirty="0">
                <a:latin typeface="Roboto Mono" pitchFamily="49" charset="0"/>
                <a:ea typeface="Roboto Mono" pitchFamily="49" charset="0"/>
              </a:rPr>
              <a:t>    // Prototype: We promise this function exists somewhere else.</a:t>
            </a:r>
          </a:p>
          <a:p>
            <a:r>
              <a:rPr lang="en-US" sz="1400" b="1" dirty="0">
                <a:solidFill>
                  <a:srgbClr val="FF0000"/>
                </a:solidFill>
                <a:latin typeface="Roboto Mono" pitchFamily="49" charset="0"/>
                <a:ea typeface="Roboto Mono" pitchFamily="49" charset="0"/>
              </a:rPr>
              <a:t>    void speak() const;</a:t>
            </a:r>
          </a:p>
          <a:p>
            <a:r>
              <a:rPr lang="en-US" sz="1400" dirty="0">
                <a:latin typeface="Roboto Mono" pitchFamily="49" charset="0"/>
                <a:ea typeface="Roboto Mono" pitchFamily="49" charset="0"/>
              </a:rPr>
              <a:t>};</a:t>
            </a:r>
          </a:p>
          <a:p>
            <a:endParaRPr lang="en-US" sz="1400" dirty="0">
              <a:latin typeface="Roboto Mono" pitchFamily="49" charset="0"/>
              <a:ea typeface="Roboto Mono" pitchFamily="49" charset="0"/>
            </a:endParaRPr>
          </a:p>
          <a:p>
            <a:r>
              <a:rPr lang="en-US" sz="1400" dirty="0">
                <a:latin typeface="Roboto Mono" pitchFamily="49" charset="0"/>
                <a:ea typeface="Roboto Mono" pitchFamily="49" charset="0"/>
              </a:rPr>
              <a:t>#endif</a:t>
            </a:r>
            <a:endParaRPr lang="en-TH" sz="1400" dirty="0">
              <a:latin typeface="Roboto Mono" pitchFamily="49" charset="0"/>
              <a:ea typeface="Roboto Mono" pitchFamily="49" charset="0"/>
            </a:endParaRPr>
          </a:p>
        </p:txBody>
      </p:sp>
      <p:pic>
        <p:nvPicPr>
          <p:cNvPr id="5" name="Picture 2" descr="20,000+ Free Relaxing Cat &amp; Cat Images - Pixabay">
            <a:extLst>
              <a:ext uri="{FF2B5EF4-FFF2-40B4-BE49-F238E27FC236}">
                <a16:creationId xmlns:a16="http://schemas.microsoft.com/office/drawing/2014/main" id="{A533DA0A-46E7-3D91-5FA9-0801683C9A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59942" y="2300548"/>
            <a:ext cx="2811749" cy="1875947"/>
          </a:xfrm>
          <a:prstGeom prst="rect">
            <a:avLst/>
          </a:prstGeom>
          <a:noFill/>
          <a:extLst>
            <a:ext uri="{909E8E84-426E-40DD-AFC4-6F175D3DCCD1}">
              <a14:hiddenFill xmlns:a14="http://schemas.microsoft.com/office/drawing/2010/main">
                <a:solidFill>
                  <a:srgbClr val="FFFFFF"/>
                </a:solidFill>
              </a14:hiddenFill>
            </a:ext>
          </a:extLst>
        </p:spPr>
      </p:pic>
      <p:cxnSp>
        <p:nvCxnSpPr>
          <p:cNvPr id="22" name="Straight Arrow Connector 21">
            <a:extLst>
              <a:ext uri="{FF2B5EF4-FFF2-40B4-BE49-F238E27FC236}">
                <a16:creationId xmlns:a16="http://schemas.microsoft.com/office/drawing/2014/main" id="{5A248F2C-1EC2-8A4E-7BA2-8BE12C7789B6}"/>
              </a:ext>
            </a:extLst>
          </p:cNvPr>
          <p:cNvCxnSpPr>
            <a:cxnSpLocks/>
          </p:cNvCxnSpPr>
          <p:nvPr/>
        </p:nvCxnSpPr>
        <p:spPr>
          <a:xfrm flipH="1">
            <a:off x="3058804" y="2191336"/>
            <a:ext cx="3152633" cy="11114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63468374-7F65-940D-1682-729B05917347}"/>
              </a:ext>
            </a:extLst>
          </p:cNvPr>
          <p:cNvSpPr txBox="1"/>
          <p:nvPr/>
        </p:nvSpPr>
        <p:spPr>
          <a:xfrm>
            <a:off x="6260354" y="1931216"/>
            <a:ext cx="2114681" cy="369332"/>
          </a:xfrm>
          <a:prstGeom prst="rect">
            <a:avLst/>
          </a:prstGeom>
          <a:noFill/>
        </p:spPr>
        <p:txBody>
          <a:bodyPr wrap="none" rtlCol="0">
            <a:spAutoFit/>
          </a:bodyPr>
          <a:lstStyle/>
          <a:p>
            <a:r>
              <a:rPr lang="en-TH" b="1" dirty="0">
                <a:solidFill>
                  <a:srgbClr val="002060"/>
                </a:solidFill>
                <a:latin typeface="Roboto Mono" pitchFamily="49" charset="0"/>
                <a:ea typeface="Roboto Mono" pitchFamily="49" charset="0"/>
              </a:rPr>
              <a:t>Very important</a:t>
            </a:r>
          </a:p>
        </p:txBody>
      </p:sp>
    </p:spTree>
    <p:extLst>
      <p:ext uri="{BB962C8B-B14F-4D97-AF65-F5344CB8AC3E}">
        <p14:creationId xmlns:p14="http://schemas.microsoft.com/office/powerpoint/2010/main" val="35104134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9B92C-0608-A864-CB40-15DDE67105A2}"/>
            </a:ext>
          </a:extLst>
        </p:cNvPr>
        <p:cNvGrpSpPr/>
        <p:nvPr/>
      </p:nvGrpSpPr>
      <p:grpSpPr>
        <a:xfrm>
          <a:off x="0" y="0"/>
          <a:ext cx="0" cy="0"/>
          <a:chOff x="0" y="0"/>
          <a:chExt cx="0" cy="0"/>
        </a:xfrm>
      </p:grpSpPr>
      <p:pic>
        <p:nvPicPr>
          <p:cNvPr id="5" name="Picture 2" descr="20,000+ Free Relaxing Cat &amp; Cat Images - Pixabay">
            <a:extLst>
              <a:ext uri="{FF2B5EF4-FFF2-40B4-BE49-F238E27FC236}">
                <a16:creationId xmlns:a16="http://schemas.microsoft.com/office/drawing/2014/main" id="{7AB1575B-D921-9C96-ED96-CDF80912C3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83938" y="460850"/>
            <a:ext cx="3367553" cy="224676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37CC10A-26D1-1780-59F0-BE7CCAF450E9}"/>
              </a:ext>
            </a:extLst>
          </p:cNvPr>
          <p:cNvSpPr txBox="1"/>
          <p:nvPr/>
        </p:nvSpPr>
        <p:spPr>
          <a:xfrm>
            <a:off x="412843" y="460851"/>
            <a:ext cx="7366380" cy="2246769"/>
          </a:xfrm>
          <a:prstGeom prst="rect">
            <a:avLst/>
          </a:prstGeom>
          <a:solidFill>
            <a:srgbClr val="E9EEB4"/>
          </a:solidFill>
        </p:spPr>
        <p:txBody>
          <a:bodyPr wrap="square" rtlCol="0">
            <a:spAutoFit/>
          </a:bodyPr>
          <a:lstStyle/>
          <a:p>
            <a:r>
              <a:rPr lang="en-US" sz="1400" b="1" dirty="0">
                <a:solidFill>
                  <a:srgbClr val="FF0000"/>
                </a:solidFill>
                <a:latin typeface="Roboto Mono" pitchFamily="49" charset="0"/>
                <a:ea typeface="Roboto Mono" pitchFamily="49" charset="0"/>
              </a:rPr>
              <a:t>#!</a:t>
            </a:r>
            <a:r>
              <a:rPr lang="en-US" sz="1400" b="1" dirty="0" err="1">
                <a:solidFill>
                  <a:srgbClr val="FF0000"/>
                </a:solidFill>
                <a:latin typeface="Roboto Mono" pitchFamily="49" charset="0"/>
                <a:ea typeface="Roboto Mono" pitchFamily="49" charset="0"/>
              </a:rPr>
              <a:t>cat.cpp</a:t>
            </a:r>
            <a:endParaRPr lang="en-US" sz="1400" b="1" dirty="0">
              <a:solidFill>
                <a:srgbClr val="FF0000"/>
              </a:solidFill>
              <a:latin typeface="Roboto Mono" pitchFamily="49" charset="0"/>
              <a:ea typeface="Roboto Mono" pitchFamily="49" charset="0"/>
            </a:endParaRPr>
          </a:p>
          <a:p>
            <a:r>
              <a:rPr lang="en-US" sz="1400" dirty="0">
                <a:latin typeface="Roboto Mono" pitchFamily="49" charset="0"/>
                <a:ea typeface="Roboto Mono" pitchFamily="49" charset="0"/>
              </a:rPr>
              <a:t>#include &lt;iostream&gt;</a:t>
            </a:r>
          </a:p>
          <a:p>
            <a:r>
              <a:rPr lang="en-US" sz="1400" dirty="0">
                <a:latin typeface="Roboto Mono" pitchFamily="49" charset="0"/>
                <a:ea typeface="Roboto Mono" pitchFamily="49" charset="0"/>
              </a:rPr>
              <a:t>#include ”</a:t>
            </a:r>
            <a:r>
              <a:rPr lang="en-US" sz="1400" dirty="0" err="1">
                <a:latin typeface="Roboto Mono" pitchFamily="49" charset="0"/>
                <a:ea typeface="Roboto Mono" pitchFamily="49" charset="0"/>
              </a:rPr>
              <a:t>cat.hpp</a:t>
            </a:r>
            <a:r>
              <a:rPr lang="en-US" sz="1400" dirty="0">
                <a:latin typeface="Roboto Mono" pitchFamily="49" charset="0"/>
                <a:ea typeface="Roboto Mono" pitchFamily="49" charset="0"/>
              </a:rPr>
              <a:t>" // Crucial: Link the implementation to the header</a:t>
            </a:r>
          </a:p>
          <a:p>
            <a:endParaRPr lang="en-US" sz="1400" dirty="0">
              <a:latin typeface="Roboto Mono" pitchFamily="49" charset="0"/>
              <a:ea typeface="Roboto Mono" pitchFamily="49" charset="0"/>
            </a:endParaRPr>
          </a:p>
          <a:p>
            <a:r>
              <a:rPr lang="en-US" sz="1400" dirty="0">
                <a:latin typeface="Roboto Mono" pitchFamily="49" charset="0"/>
                <a:ea typeface="Roboto Mono" pitchFamily="49" charset="0"/>
              </a:rPr>
              <a:t>// Define the logic for the 'speak' method</a:t>
            </a:r>
          </a:p>
          <a:p>
            <a:r>
              <a:rPr lang="en-US" sz="1400" dirty="0">
                <a:latin typeface="Roboto Mono" pitchFamily="49" charset="0"/>
                <a:ea typeface="Roboto Mono" pitchFamily="49" charset="0"/>
              </a:rPr>
              <a:t>void Cat::speak() const {</a:t>
            </a:r>
          </a:p>
          <a:p>
            <a:r>
              <a:rPr lang="en-US" sz="1400" dirty="0">
                <a:latin typeface="Roboto Mono" pitchFamily="49" charset="0"/>
                <a:ea typeface="Roboto Mono" pitchFamily="49" charset="0"/>
              </a:rPr>
              <a:t>    std::</a:t>
            </a:r>
            <a:r>
              <a:rPr lang="en-US" sz="1400" dirty="0" err="1">
                <a:latin typeface="Roboto Mono" pitchFamily="49" charset="0"/>
                <a:ea typeface="Roboto Mono" pitchFamily="49" charset="0"/>
              </a:rPr>
              <a:t>cout</a:t>
            </a:r>
            <a:r>
              <a:rPr lang="en-US" sz="1400" dirty="0">
                <a:latin typeface="Roboto Mono" pitchFamily="49" charset="0"/>
                <a:ea typeface="Roboto Mono" pitchFamily="49" charset="0"/>
              </a:rPr>
              <a:t> &lt;&lt; name &lt;&lt; " says: Meow! (I am " &lt;&lt; age &lt;&lt; " years old)" &lt;&lt; std::</a:t>
            </a:r>
            <a:r>
              <a:rPr lang="en-US" sz="1400" dirty="0" err="1">
                <a:latin typeface="Roboto Mono" pitchFamily="49" charset="0"/>
                <a:ea typeface="Roboto Mono" pitchFamily="49" charset="0"/>
              </a:rPr>
              <a:t>endl</a:t>
            </a:r>
            <a:r>
              <a:rPr lang="en-US" sz="1400" dirty="0">
                <a:latin typeface="Roboto Mono" pitchFamily="49" charset="0"/>
                <a:ea typeface="Roboto Mono" pitchFamily="49" charset="0"/>
              </a:rPr>
              <a:t>;</a:t>
            </a:r>
          </a:p>
          <a:p>
            <a:r>
              <a:rPr lang="en-US" sz="1400" dirty="0">
                <a:latin typeface="Roboto Mono" pitchFamily="49" charset="0"/>
                <a:ea typeface="Roboto Mono" pitchFamily="49" charset="0"/>
              </a:rPr>
              <a:t>}</a:t>
            </a:r>
          </a:p>
        </p:txBody>
      </p:sp>
      <p:sp>
        <p:nvSpPr>
          <p:cNvPr id="7" name="TextBox 6">
            <a:extLst>
              <a:ext uri="{FF2B5EF4-FFF2-40B4-BE49-F238E27FC236}">
                <a16:creationId xmlns:a16="http://schemas.microsoft.com/office/drawing/2014/main" id="{0ECA29F3-9385-AA8B-A193-DA9EB259BDE5}"/>
              </a:ext>
            </a:extLst>
          </p:cNvPr>
          <p:cNvSpPr txBox="1"/>
          <p:nvPr/>
        </p:nvSpPr>
        <p:spPr>
          <a:xfrm>
            <a:off x="477672" y="3261815"/>
            <a:ext cx="2666114" cy="923330"/>
          </a:xfrm>
          <a:prstGeom prst="rect">
            <a:avLst/>
          </a:prstGeom>
          <a:solidFill>
            <a:srgbClr val="E9EEB4"/>
          </a:solidFill>
        </p:spPr>
        <p:txBody>
          <a:bodyPr wrap="none" rtlCol="0">
            <a:spAutoFit/>
          </a:bodyPr>
          <a:lstStyle/>
          <a:p>
            <a:r>
              <a:rPr lang="en-US" b="1" dirty="0">
                <a:solidFill>
                  <a:schemeClr val="accent6">
                    <a:lumMod val="75000"/>
                  </a:schemeClr>
                </a:solidFill>
                <a:latin typeface="Roboto Mono" pitchFamily="49" charset="0"/>
                <a:ea typeface="Roboto Mono" pitchFamily="49" charset="0"/>
              </a:rPr>
              <a:t>#!</a:t>
            </a:r>
            <a:r>
              <a:rPr lang="en-US" b="1" dirty="0" err="1">
                <a:solidFill>
                  <a:schemeClr val="accent6">
                    <a:lumMod val="75000"/>
                  </a:schemeClr>
                </a:solidFill>
                <a:latin typeface="Roboto Mono" pitchFamily="49" charset="0"/>
                <a:ea typeface="Roboto Mono" pitchFamily="49" charset="0"/>
              </a:rPr>
              <a:t>main.cpp</a:t>
            </a:r>
            <a:endParaRPr lang="en-US" b="1" dirty="0">
              <a:solidFill>
                <a:schemeClr val="accent6">
                  <a:lumMod val="75000"/>
                </a:schemeClr>
              </a:solidFill>
              <a:latin typeface="Roboto Mono" pitchFamily="49" charset="0"/>
              <a:ea typeface="Roboto Mono" pitchFamily="49" charset="0"/>
            </a:endParaRPr>
          </a:p>
          <a:p>
            <a:r>
              <a:rPr lang="en-US" dirty="0">
                <a:latin typeface="Roboto Mono" pitchFamily="49" charset="0"/>
                <a:ea typeface="Roboto Mono" pitchFamily="49" charset="0"/>
              </a:rPr>
              <a:t>#include ”</a:t>
            </a:r>
            <a:r>
              <a:rPr lang="en-US" dirty="0" err="1">
                <a:latin typeface="Roboto Mono" pitchFamily="49" charset="0"/>
                <a:ea typeface="Roboto Mono" pitchFamily="49" charset="0"/>
              </a:rPr>
              <a:t>cat.hpp</a:t>
            </a:r>
            <a:r>
              <a:rPr lang="en-US" dirty="0">
                <a:latin typeface="Roboto Mono" pitchFamily="49" charset="0"/>
                <a:ea typeface="Roboto Mono" pitchFamily="49" charset="0"/>
              </a:rPr>
              <a:t>"</a:t>
            </a:r>
          </a:p>
          <a:p>
            <a:endParaRPr lang="en-US" dirty="0">
              <a:latin typeface="Roboto Mono" pitchFamily="49" charset="0"/>
              <a:ea typeface="Roboto Mono" pitchFamily="49" charset="0"/>
            </a:endParaRPr>
          </a:p>
        </p:txBody>
      </p:sp>
      <p:sp>
        <p:nvSpPr>
          <p:cNvPr id="9" name="TextBox 8">
            <a:extLst>
              <a:ext uri="{FF2B5EF4-FFF2-40B4-BE49-F238E27FC236}">
                <a16:creationId xmlns:a16="http://schemas.microsoft.com/office/drawing/2014/main" id="{60FFDB74-352D-4AEC-DA48-E8E985F24302}"/>
              </a:ext>
            </a:extLst>
          </p:cNvPr>
          <p:cNvSpPr txBox="1"/>
          <p:nvPr/>
        </p:nvSpPr>
        <p:spPr>
          <a:xfrm>
            <a:off x="4984842" y="3429000"/>
            <a:ext cx="5998191" cy="3139321"/>
          </a:xfrm>
          <a:prstGeom prst="rect">
            <a:avLst/>
          </a:prstGeom>
          <a:solidFill>
            <a:srgbClr val="E9EEB4"/>
          </a:solidFill>
        </p:spPr>
        <p:txBody>
          <a:bodyPr wrap="square">
            <a:spAutoFit/>
          </a:bodyPr>
          <a:lstStyle/>
          <a:p>
            <a:r>
              <a:rPr lang="en-US" dirty="0">
                <a:latin typeface="Roboto Mono" pitchFamily="49" charset="0"/>
                <a:ea typeface="Roboto Mono" pitchFamily="49" charset="0"/>
              </a:rPr>
              <a:t>int </a:t>
            </a:r>
            <a:r>
              <a:rPr lang="en-US" b="1" dirty="0">
                <a:latin typeface="Roboto Mono" pitchFamily="49" charset="0"/>
                <a:ea typeface="Roboto Mono" pitchFamily="49" charset="0"/>
              </a:rPr>
              <a:t>main</a:t>
            </a:r>
            <a:r>
              <a:rPr lang="en-US" dirty="0">
                <a:latin typeface="Roboto Mono" pitchFamily="49" charset="0"/>
                <a:ea typeface="Roboto Mono" pitchFamily="49" charset="0"/>
              </a:rPr>
              <a:t>() {</a:t>
            </a:r>
          </a:p>
          <a:p>
            <a:r>
              <a:rPr lang="en-US" dirty="0">
                <a:latin typeface="Roboto Mono" pitchFamily="49" charset="0"/>
                <a:ea typeface="Roboto Mono" pitchFamily="49" charset="0"/>
              </a:rPr>
              <a:t>    // Create an instance using the definition from the header</a:t>
            </a:r>
          </a:p>
          <a:p>
            <a:r>
              <a:rPr lang="en-US" dirty="0">
                <a:latin typeface="Roboto Mono" pitchFamily="49" charset="0"/>
                <a:ea typeface="Roboto Mono" pitchFamily="49" charset="0"/>
              </a:rPr>
              <a:t>    Cat </a:t>
            </a:r>
            <a:r>
              <a:rPr lang="en-US" dirty="0" err="1">
                <a:latin typeface="Roboto Mono" pitchFamily="49" charset="0"/>
                <a:ea typeface="Roboto Mono" pitchFamily="49" charset="0"/>
              </a:rPr>
              <a:t>myCat</a:t>
            </a:r>
            <a:r>
              <a:rPr lang="en-US" dirty="0">
                <a:latin typeface="Roboto Mono" pitchFamily="49" charset="0"/>
                <a:ea typeface="Roboto Mono" pitchFamily="49" charset="0"/>
              </a:rPr>
              <a:t> = {"Luna", 3};</a:t>
            </a:r>
          </a:p>
          <a:p>
            <a:r>
              <a:rPr lang="en-US" dirty="0">
                <a:latin typeface="Roboto Mono" pitchFamily="49" charset="0"/>
                <a:ea typeface="Roboto Mono" pitchFamily="49" charset="0"/>
              </a:rPr>
              <a:t>    </a:t>
            </a:r>
          </a:p>
          <a:p>
            <a:r>
              <a:rPr lang="en-US" dirty="0">
                <a:latin typeface="Roboto Mono" pitchFamily="49" charset="0"/>
                <a:ea typeface="Roboto Mono" pitchFamily="49" charset="0"/>
              </a:rPr>
              <a:t>    // Call the function defined in the implementation file</a:t>
            </a:r>
          </a:p>
          <a:p>
            <a:r>
              <a:rPr lang="en-US" dirty="0">
                <a:latin typeface="Roboto Mono" pitchFamily="49" charset="0"/>
                <a:ea typeface="Roboto Mono" pitchFamily="49" charset="0"/>
              </a:rPr>
              <a:t>    </a:t>
            </a:r>
            <a:r>
              <a:rPr lang="en-US" dirty="0" err="1">
                <a:latin typeface="Roboto Mono" pitchFamily="49" charset="0"/>
                <a:ea typeface="Roboto Mono" pitchFamily="49" charset="0"/>
              </a:rPr>
              <a:t>myCat.speak</a:t>
            </a:r>
            <a:r>
              <a:rPr lang="en-US" dirty="0">
                <a:latin typeface="Roboto Mono" pitchFamily="49" charset="0"/>
                <a:ea typeface="Roboto Mono" pitchFamily="49" charset="0"/>
              </a:rPr>
              <a:t>();</a:t>
            </a:r>
          </a:p>
          <a:p>
            <a:endParaRPr lang="en-US" dirty="0">
              <a:latin typeface="Roboto Mono" pitchFamily="49" charset="0"/>
              <a:ea typeface="Roboto Mono" pitchFamily="49" charset="0"/>
            </a:endParaRPr>
          </a:p>
          <a:p>
            <a:r>
              <a:rPr lang="en-US" dirty="0">
                <a:latin typeface="Roboto Mono" pitchFamily="49" charset="0"/>
                <a:ea typeface="Roboto Mono" pitchFamily="49" charset="0"/>
              </a:rPr>
              <a:t>    return 0;</a:t>
            </a:r>
          </a:p>
          <a:p>
            <a:r>
              <a:rPr lang="en-US" dirty="0">
                <a:latin typeface="Roboto Mono" pitchFamily="49" charset="0"/>
                <a:ea typeface="Roboto Mono" pitchFamily="49" charset="0"/>
              </a:rPr>
              <a:t>}</a:t>
            </a:r>
            <a:endParaRPr lang="en-TH" dirty="0">
              <a:latin typeface="Roboto Mono" pitchFamily="49" charset="0"/>
              <a:ea typeface="Roboto Mono" pitchFamily="49" charset="0"/>
            </a:endParaRPr>
          </a:p>
        </p:txBody>
      </p:sp>
      <p:cxnSp>
        <p:nvCxnSpPr>
          <p:cNvPr id="11" name="Straight Arrow Connector 10">
            <a:extLst>
              <a:ext uri="{FF2B5EF4-FFF2-40B4-BE49-F238E27FC236}">
                <a16:creationId xmlns:a16="http://schemas.microsoft.com/office/drawing/2014/main" id="{27B521D8-B948-A4FC-D20E-0807895FB462}"/>
              </a:ext>
            </a:extLst>
          </p:cNvPr>
          <p:cNvCxnSpPr>
            <a:stCxn id="7" idx="3"/>
            <a:endCxn id="9" idx="1"/>
          </p:cNvCxnSpPr>
          <p:nvPr/>
        </p:nvCxnSpPr>
        <p:spPr>
          <a:xfrm>
            <a:off x="3143786" y="3723480"/>
            <a:ext cx="1841056" cy="12751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E04D5E45-B25C-0A0D-A8F3-05F0038A8357}"/>
              </a:ext>
            </a:extLst>
          </p:cNvPr>
          <p:cNvSpPr txBox="1"/>
          <p:nvPr/>
        </p:nvSpPr>
        <p:spPr>
          <a:xfrm>
            <a:off x="417206" y="4296412"/>
            <a:ext cx="2830961" cy="646331"/>
          </a:xfrm>
          <a:prstGeom prst="rect">
            <a:avLst/>
          </a:prstGeom>
          <a:noFill/>
        </p:spPr>
        <p:txBody>
          <a:bodyPr wrap="square" rtlCol="0">
            <a:spAutoFit/>
          </a:bodyPr>
          <a:lstStyle/>
          <a:p>
            <a:r>
              <a:rPr lang="en-TH" b="1" dirty="0">
                <a:latin typeface="Roboto Mono" pitchFamily="49" charset="0"/>
                <a:ea typeface="Roboto Mono" pitchFamily="49" charset="0"/>
              </a:rPr>
              <a:t>Don’t forget to import header</a:t>
            </a:r>
          </a:p>
        </p:txBody>
      </p:sp>
    </p:spTree>
    <p:extLst>
      <p:ext uri="{BB962C8B-B14F-4D97-AF65-F5344CB8AC3E}">
        <p14:creationId xmlns:p14="http://schemas.microsoft.com/office/powerpoint/2010/main" val="10353521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1639BC-0B23-00E6-8311-9492344E421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E22E17F-F26D-E718-840B-7FD55AC3D686}"/>
              </a:ext>
            </a:extLst>
          </p:cNvPr>
          <p:cNvSpPr txBox="1"/>
          <p:nvPr/>
        </p:nvSpPr>
        <p:spPr>
          <a:xfrm>
            <a:off x="412843" y="460851"/>
            <a:ext cx="7366380" cy="1600438"/>
          </a:xfrm>
          <a:prstGeom prst="rect">
            <a:avLst/>
          </a:prstGeom>
          <a:solidFill>
            <a:srgbClr val="E9EEB4"/>
          </a:solidFill>
        </p:spPr>
        <p:txBody>
          <a:bodyPr wrap="square" rtlCol="0">
            <a:spAutoFit/>
          </a:bodyPr>
          <a:lstStyle/>
          <a:p>
            <a:r>
              <a:rPr lang="en-US" sz="1400" b="1" dirty="0">
                <a:solidFill>
                  <a:srgbClr val="FF0000"/>
                </a:solidFill>
                <a:latin typeface="Roboto Mono" pitchFamily="49" charset="0"/>
                <a:ea typeface="Roboto Mono" pitchFamily="49" charset="0"/>
              </a:rPr>
              <a:t>#!test/</a:t>
            </a:r>
            <a:r>
              <a:rPr lang="en-US" sz="1400" b="1" dirty="0" err="1">
                <a:solidFill>
                  <a:srgbClr val="FF0000"/>
                </a:solidFill>
                <a:latin typeface="Roboto Mono" pitchFamily="49" charset="0"/>
                <a:ea typeface="Roboto Mono" pitchFamily="49" charset="0"/>
              </a:rPr>
              <a:t>very_long_comment.cpp</a:t>
            </a:r>
            <a:endParaRPr lang="en-US" sz="1400" b="1" dirty="0">
              <a:solidFill>
                <a:srgbClr val="FF0000"/>
              </a:solidFill>
              <a:latin typeface="Roboto Mono" pitchFamily="49" charset="0"/>
              <a:ea typeface="Roboto Mono" pitchFamily="49" charset="0"/>
            </a:endParaRPr>
          </a:p>
          <a:p>
            <a:r>
              <a:rPr lang="en-US" sz="1400" dirty="0">
                <a:latin typeface="Roboto Mono" pitchFamily="49" charset="0"/>
                <a:ea typeface="Roboto Mono" pitchFamily="49" charset="0"/>
              </a:rPr>
              <a:t>// Comment test Comment test Comment test Comment test Comment test Comment test Comment test Comment test Comment test Comment test Comment test Comment test Comment test Comment test Comment test Comment test Comment test Comment test Comment test Comment test Comment test Comment test Comment test Comment test Comment test Comment test Comment test Comment test</a:t>
            </a:r>
          </a:p>
        </p:txBody>
      </p:sp>
      <p:cxnSp>
        <p:nvCxnSpPr>
          <p:cNvPr id="4" name="Straight Arrow Connector 3">
            <a:extLst>
              <a:ext uri="{FF2B5EF4-FFF2-40B4-BE49-F238E27FC236}">
                <a16:creationId xmlns:a16="http://schemas.microsoft.com/office/drawing/2014/main" id="{809DB81D-E406-4F30-3131-EFDEF4536ED5}"/>
              </a:ext>
            </a:extLst>
          </p:cNvPr>
          <p:cNvCxnSpPr>
            <a:cxnSpLocks/>
            <a:stCxn id="3" idx="2"/>
            <a:endCxn id="8" idx="0"/>
          </p:cNvCxnSpPr>
          <p:nvPr/>
        </p:nvCxnSpPr>
        <p:spPr>
          <a:xfrm>
            <a:off x="4096033" y="2061289"/>
            <a:ext cx="0" cy="6835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916E7A61-70AC-A4BA-ACED-ABBE0241C0C9}"/>
              </a:ext>
            </a:extLst>
          </p:cNvPr>
          <p:cNvSpPr txBox="1"/>
          <p:nvPr/>
        </p:nvSpPr>
        <p:spPr>
          <a:xfrm>
            <a:off x="412843" y="2744882"/>
            <a:ext cx="7366380" cy="523220"/>
          </a:xfrm>
          <a:prstGeom prst="rect">
            <a:avLst/>
          </a:prstGeom>
          <a:solidFill>
            <a:srgbClr val="E9EEB4"/>
          </a:solidFill>
        </p:spPr>
        <p:txBody>
          <a:bodyPr wrap="square" rtlCol="0">
            <a:spAutoFit/>
          </a:bodyPr>
          <a:lstStyle/>
          <a:p>
            <a:r>
              <a:rPr lang="en-US" sz="1400" dirty="0">
                <a:latin typeface="Roboto Mono" pitchFamily="49" charset="0"/>
                <a:ea typeface="Roboto Mono" pitchFamily="49" charset="0"/>
              </a:rPr>
              <a:t>// Another comment</a:t>
            </a:r>
          </a:p>
          <a:p>
            <a:r>
              <a:rPr lang="en-US" sz="1400" dirty="0">
                <a:latin typeface="Roboto Mono" pitchFamily="49" charset="0"/>
                <a:ea typeface="Roboto Mono" pitchFamily="49" charset="0"/>
              </a:rPr>
              <a:t>// :)</a:t>
            </a:r>
          </a:p>
        </p:txBody>
      </p:sp>
      <p:cxnSp>
        <p:nvCxnSpPr>
          <p:cNvPr id="13" name="Straight Arrow Connector 12">
            <a:extLst>
              <a:ext uri="{FF2B5EF4-FFF2-40B4-BE49-F238E27FC236}">
                <a16:creationId xmlns:a16="http://schemas.microsoft.com/office/drawing/2014/main" id="{67ABE06E-38DF-F206-FAFD-25B368C0D6A6}"/>
              </a:ext>
            </a:extLst>
          </p:cNvPr>
          <p:cNvCxnSpPr>
            <a:cxnSpLocks/>
            <a:stCxn id="8" idx="2"/>
            <a:endCxn id="14" idx="0"/>
          </p:cNvCxnSpPr>
          <p:nvPr/>
        </p:nvCxnSpPr>
        <p:spPr>
          <a:xfrm>
            <a:off x="4096033" y="3268102"/>
            <a:ext cx="0" cy="60906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5F952E80-E6D3-FD3B-D0DA-5C1FDD58101F}"/>
              </a:ext>
            </a:extLst>
          </p:cNvPr>
          <p:cNvSpPr txBox="1"/>
          <p:nvPr/>
        </p:nvSpPr>
        <p:spPr>
          <a:xfrm>
            <a:off x="412843" y="3877169"/>
            <a:ext cx="7366380" cy="307777"/>
          </a:xfrm>
          <a:prstGeom prst="rect">
            <a:avLst/>
          </a:prstGeom>
          <a:solidFill>
            <a:srgbClr val="E9EEB4"/>
          </a:solidFill>
        </p:spPr>
        <p:txBody>
          <a:bodyPr wrap="square" rtlCol="0">
            <a:spAutoFit/>
          </a:bodyPr>
          <a:lstStyle/>
          <a:p>
            <a:r>
              <a:rPr lang="en-US" sz="1400" dirty="0">
                <a:latin typeface="Roboto Mono" pitchFamily="49" charset="0"/>
                <a:ea typeface="Roboto Mono" pitchFamily="49" charset="0"/>
              </a:rPr>
              <a:t>// Still got comment</a:t>
            </a:r>
          </a:p>
        </p:txBody>
      </p:sp>
    </p:spTree>
    <p:extLst>
      <p:ext uri="{BB962C8B-B14F-4D97-AF65-F5344CB8AC3E}">
        <p14:creationId xmlns:p14="http://schemas.microsoft.com/office/powerpoint/2010/main" val="5878938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C7FD6-BFFC-3E47-5016-C1ED47A7D37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2A48718-9D7C-F26C-02C2-CDB6659C93F4}"/>
              </a:ext>
            </a:extLst>
          </p:cNvPr>
          <p:cNvSpPr txBox="1"/>
          <p:nvPr/>
        </p:nvSpPr>
        <p:spPr>
          <a:xfrm>
            <a:off x="863219" y="1634559"/>
            <a:ext cx="2357653" cy="523220"/>
          </a:xfrm>
          <a:prstGeom prst="rect">
            <a:avLst/>
          </a:prstGeom>
          <a:solidFill>
            <a:srgbClr val="E9EEB4"/>
          </a:solidFill>
        </p:spPr>
        <p:txBody>
          <a:bodyPr wrap="square" rtlCol="0">
            <a:spAutoFit/>
          </a:bodyPr>
          <a:lstStyle/>
          <a:p>
            <a:r>
              <a:rPr lang="en-US" sz="1400" b="1" dirty="0">
                <a:solidFill>
                  <a:srgbClr val="FF0000"/>
                </a:solidFill>
                <a:latin typeface="Roboto Mono" pitchFamily="49" charset="0"/>
                <a:ea typeface="Roboto Mono" pitchFamily="49" charset="0"/>
              </a:rPr>
              <a:t>#!test/</a:t>
            </a:r>
            <a:r>
              <a:rPr lang="en-US" sz="1400" b="1" dirty="0" err="1">
                <a:solidFill>
                  <a:srgbClr val="FF0000"/>
                </a:solidFill>
                <a:latin typeface="Roboto Mono" pitchFamily="49" charset="0"/>
                <a:ea typeface="Roboto Mono" pitchFamily="49" charset="0"/>
              </a:rPr>
              <a:t>maze.cpp</a:t>
            </a:r>
            <a:endParaRPr lang="en-US" sz="1400" b="1" dirty="0">
              <a:solidFill>
                <a:srgbClr val="FF0000"/>
              </a:solidFill>
              <a:latin typeface="Roboto Mono" pitchFamily="49" charset="0"/>
              <a:ea typeface="Roboto Mono" pitchFamily="49" charset="0"/>
            </a:endParaRPr>
          </a:p>
          <a:p>
            <a:r>
              <a:rPr lang="en-US" sz="1400" dirty="0">
                <a:latin typeface="Roboto Mono" pitchFamily="49" charset="0"/>
                <a:ea typeface="Roboto Mono" pitchFamily="49" charset="0"/>
              </a:rPr>
              <a:t>// 1</a:t>
            </a:r>
          </a:p>
        </p:txBody>
      </p:sp>
      <p:cxnSp>
        <p:nvCxnSpPr>
          <p:cNvPr id="4" name="Straight Arrow Connector 3">
            <a:extLst>
              <a:ext uri="{FF2B5EF4-FFF2-40B4-BE49-F238E27FC236}">
                <a16:creationId xmlns:a16="http://schemas.microsoft.com/office/drawing/2014/main" id="{BCDE3891-C150-E48C-EFC2-5C0E4CBD8BE9}"/>
              </a:ext>
            </a:extLst>
          </p:cNvPr>
          <p:cNvCxnSpPr>
            <a:cxnSpLocks/>
            <a:stCxn id="3" idx="3"/>
            <a:endCxn id="10" idx="1"/>
          </p:cNvCxnSpPr>
          <p:nvPr/>
        </p:nvCxnSpPr>
        <p:spPr>
          <a:xfrm>
            <a:off x="3220872" y="1896169"/>
            <a:ext cx="117882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9FDE4101-84D7-4CB1-63BF-CBE41A8CCE4D}"/>
              </a:ext>
            </a:extLst>
          </p:cNvPr>
          <p:cNvSpPr txBox="1"/>
          <p:nvPr/>
        </p:nvSpPr>
        <p:spPr>
          <a:xfrm>
            <a:off x="4399698" y="1634559"/>
            <a:ext cx="2357653" cy="523220"/>
          </a:xfrm>
          <a:prstGeom prst="rect">
            <a:avLst/>
          </a:prstGeom>
          <a:solidFill>
            <a:srgbClr val="E9EEB4"/>
          </a:solidFill>
        </p:spPr>
        <p:txBody>
          <a:bodyPr wrap="square" rtlCol="0">
            <a:spAutoFit/>
          </a:bodyPr>
          <a:lstStyle/>
          <a:p>
            <a:r>
              <a:rPr lang="en-US" sz="1400" dirty="0">
                <a:latin typeface="Roboto Mono" pitchFamily="49" charset="0"/>
                <a:ea typeface="Roboto Mono" pitchFamily="49" charset="0"/>
              </a:rPr>
              <a:t>// 2</a:t>
            </a:r>
          </a:p>
          <a:p>
            <a:r>
              <a:rPr lang="en-US" sz="1400" dirty="0">
                <a:latin typeface="Roboto Mono" pitchFamily="49" charset="0"/>
                <a:ea typeface="Roboto Mono" pitchFamily="49" charset="0"/>
              </a:rPr>
              <a:t>// 3</a:t>
            </a:r>
          </a:p>
        </p:txBody>
      </p:sp>
      <p:cxnSp>
        <p:nvCxnSpPr>
          <p:cNvPr id="12" name="Straight Arrow Connector 11">
            <a:extLst>
              <a:ext uri="{FF2B5EF4-FFF2-40B4-BE49-F238E27FC236}">
                <a16:creationId xmlns:a16="http://schemas.microsoft.com/office/drawing/2014/main" id="{5A536094-87EB-A9B7-F053-C4CEB40190CC}"/>
              </a:ext>
            </a:extLst>
          </p:cNvPr>
          <p:cNvCxnSpPr>
            <a:cxnSpLocks/>
            <a:stCxn id="10" idx="3"/>
            <a:endCxn id="15" idx="1"/>
          </p:cNvCxnSpPr>
          <p:nvPr/>
        </p:nvCxnSpPr>
        <p:spPr>
          <a:xfrm>
            <a:off x="6757351" y="1896169"/>
            <a:ext cx="150864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D5725C5D-6E7F-C291-31AC-643ACC0731B0}"/>
              </a:ext>
            </a:extLst>
          </p:cNvPr>
          <p:cNvSpPr txBox="1"/>
          <p:nvPr/>
        </p:nvSpPr>
        <p:spPr>
          <a:xfrm>
            <a:off x="8265993" y="1634559"/>
            <a:ext cx="2357653" cy="523220"/>
          </a:xfrm>
          <a:prstGeom prst="rect">
            <a:avLst/>
          </a:prstGeom>
          <a:solidFill>
            <a:srgbClr val="E9EEB4"/>
          </a:solidFill>
        </p:spPr>
        <p:txBody>
          <a:bodyPr wrap="square" rtlCol="0">
            <a:spAutoFit/>
          </a:bodyPr>
          <a:lstStyle/>
          <a:p>
            <a:r>
              <a:rPr lang="en-US" sz="1400" dirty="0">
                <a:latin typeface="Roboto Mono" pitchFamily="49" charset="0"/>
                <a:ea typeface="Roboto Mono" pitchFamily="49" charset="0"/>
              </a:rPr>
              <a:t>// 4</a:t>
            </a:r>
          </a:p>
          <a:p>
            <a:r>
              <a:rPr lang="en-US" sz="1400" dirty="0">
                <a:latin typeface="Roboto Mono" pitchFamily="49" charset="0"/>
                <a:ea typeface="Roboto Mono" pitchFamily="49" charset="0"/>
              </a:rPr>
              <a:t>// 5</a:t>
            </a:r>
          </a:p>
        </p:txBody>
      </p:sp>
      <p:cxnSp>
        <p:nvCxnSpPr>
          <p:cNvPr id="17" name="Straight Arrow Connector 16">
            <a:extLst>
              <a:ext uri="{FF2B5EF4-FFF2-40B4-BE49-F238E27FC236}">
                <a16:creationId xmlns:a16="http://schemas.microsoft.com/office/drawing/2014/main" id="{B983599B-459D-F07D-5520-616A4F22983B}"/>
              </a:ext>
            </a:extLst>
          </p:cNvPr>
          <p:cNvCxnSpPr>
            <a:cxnSpLocks/>
            <a:stCxn id="15" idx="2"/>
            <a:endCxn id="20" idx="0"/>
          </p:cNvCxnSpPr>
          <p:nvPr/>
        </p:nvCxnSpPr>
        <p:spPr>
          <a:xfrm flipH="1">
            <a:off x="9444819" y="2157779"/>
            <a:ext cx="1" cy="100850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9BC68F2B-CB29-9C66-D052-09666DCBF777}"/>
              </a:ext>
            </a:extLst>
          </p:cNvPr>
          <p:cNvSpPr txBox="1"/>
          <p:nvPr/>
        </p:nvSpPr>
        <p:spPr>
          <a:xfrm>
            <a:off x="8342193" y="3166282"/>
            <a:ext cx="2205252" cy="523220"/>
          </a:xfrm>
          <a:prstGeom prst="rect">
            <a:avLst/>
          </a:prstGeom>
          <a:solidFill>
            <a:srgbClr val="E9EEB4"/>
          </a:solidFill>
        </p:spPr>
        <p:txBody>
          <a:bodyPr wrap="square" rtlCol="0">
            <a:spAutoFit/>
          </a:bodyPr>
          <a:lstStyle/>
          <a:p>
            <a:r>
              <a:rPr lang="en-US" sz="1400" dirty="0">
                <a:latin typeface="Roboto Mono" pitchFamily="49" charset="0"/>
                <a:ea typeface="Roboto Mono" pitchFamily="49" charset="0"/>
              </a:rPr>
              <a:t>// 6</a:t>
            </a:r>
          </a:p>
          <a:p>
            <a:r>
              <a:rPr lang="en-US" sz="1400" dirty="0">
                <a:latin typeface="Roboto Mono" pitchFamily="49" charset="0"/>
                <a:ea typeface="Roboto Mono" pitchFamily="49" charset="0"/>
              </a:rPr>
              <a:t>// 7</a:t>
            </a:r>
          </a:p>
        </p:txBody>
      </p:sp>
      <p:sp>
        <p:nvSpPr>
          <p:cNvPr id="24" name="TextBox 23">
            <a:extLst>
              <a:ext uri="{FF2B5EF4-FFF2-40B4-BE49-F238E27FC236}">
                <a16:creationId xmlns:a16="http://schemas.microsoft.com/office/drawing/2014/main" id="{95DC087E-30A6-1400-FBCC-DC7F3D8EDE8E}"/>
              </a:ext>
            </a:extLst>
          </p:cNvPr>
          <p:cNvSpPr txBox="1"/>
          <p:nvPr/>
        </p:nvSpPr>
        <p:spPr>
          <a:xfrm>
            <a:off x="939420" y="4174785"/>
            <a:ext cx="2357653" cy="523220"/>
          </a:xfrm>
          <a:prstGeom prst="rect">
            <a:avLst/>
          </a:prstGeom>
          <a:solidFill>
            <a:srgbClr val="E9EEB4"/>
          </a:solidFill>
        </p:spPr>
        <p:txBody>
          <a:bodyPr wrap="square" rtlCol="0">
            <a:spAutoFit/>
          </a:bodyPr>
          <a:lstStyle/>
          <a:p>
            <a:r>
              <a:rPr lang="en-US" sz="1400" b="1" dirty="0">
                <a:solidFill>
                  <a:srgbClr val="FF0000"/>
                </a:solidFill>
                <a:latin typeface="Roboto Mono" pitchFamily="49" charset="0"/>
                <a:ea typeface="Roboto Mono" pitchFamily="49" charset="0"/>
              </a:rPr>
              <a:t>#!test/</a:t>
            </a:r>
            <a:r>
              <a:rPr lang="en-US" sz="1400" b="1" dirty="0" err="1">
                <a:solidFill>
                  <a:srgbClr val="FF0000"/>
                </a:solidFill>
                <a:latin typeface="Roboto Mono" pitchFamily="49" charset="0"/>
                <a:ea typeface="Roboto Mono" pitchFamily="49" charset="0"/>
              </a:rPr>
              <a:t>divergent.cpp</a:t>
            </a:r>
            <a:endParaRPr lang="en-US" sz="1400" b="1" dirty="0">
              <a:solidFill>
                <a:srgbClr val="FF0000"/>
              </a:solidFill>
              <a:latin typeface="Roboto Mono" pitchFamily="49" charset="0"/>
              <a:ea typeface="Roboto Mono" pitchFamily="49" charset="0"/>
            </a:endParaRPr>
          </a:p>
          <a:p>
            <a:r>
              <a:rPr lang="en-US" sz="1400" dirty="0">
                <a:latin typeface="Roboto Mono" pitchFamily="49" charset="0"/>
                <a:ea typeface="Roboto Mono" pitchFamily="49" charset="0"/>
              </a:rPr>
              <a:t>// 1</a:t>
            </a:r>
          </a:p>
        </p:txBody>
      </p:sp>
      <p:cxnSp>
        <p:nvCxnSpPr>
          <p:cNvPr id="25" name="Straight Arrow Connector 24">
            <a:extLst>
              <a:ext uri="{FF2B5EF4-FFF2-40B4-BE49-F238E27FC236}">
                <a16:creationId xmlns:a16="http://schemas.microsoft.com/office/drawing/2014/main" id="{17A96B2C-55F6-E69C-DED8-BFF647CD3F05}"/>
              </a:ext>
            </a:extLst>
          </p:cNvPr>
          <p:cNvCxnSpPr>
            <a:cxnSpLocks/>
            <a:stCxn id="24" idx="3"/>
            <a:endCxn id="26" idx="1"/>
          </p:cNvCxnSpPr>
          <p:nvPr/>
        </p:nvCxnSpPr>
        <p:spPr>
          <a:xfrm flipV="1">
            <a:off x="3297073" y="3689502"/>
            <a:ext cx="1178826" cy="7468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D88DA5FE-0856-D0DA-6998-6DFB4C482AA6}"/>
              </a:ext>
            </a:extLst>
          </p:cNvPr>
          <p:cNvSpPr txBox="1"/>
          <p:nvPr/>
        </p:nvSpPr>
        <p:spPr>
          <a:xfrm>
            <a:off x="4475899" y="3427892"/>
            <a:ext cx="2357653" cy="523220"/>
          </a:xfrm>
          <a:prstGeom prst="rect">
            <a:avLst/>
          </a:prstGeom>
          <a:solidFill>
            <a:srgbClr val="E9EEB4"/>
          </a:solidFill>
        </p:spPr>
        <p:txBody>
          <a:bodyPr wrap="square" rtlCol="0">
            <a:spAutoFit/>
          </a:bodyPr>
          <a:lstStyle/>
          <a:p>
            <a:r>
              <a:rPr lang="en-US" sz="1400" dirty="0">
                <a:latin typeface="Roboto Mono" pitchFamily="49" charset="0"/>
                <a:ea typeface="Roboto Mono" pitchFamily="49" charset="0"/>
              </a:rPr>
              <a:t>// 2</a:t>
            </a:r>
          </a:p>
          <a:p>
            <a:r>
              <a:rPr lang="en-US" sz="1400" dirty="0">
                <a:latin typeface="Roboto Mono" pitchFamily="49" charset="0"/>
                <a:ea typeface="Roboto Mono" pitchFamily="49" charset="0"/>
              </a:rPr>
              <a:t>// 3</a:t>
            </a:r>
          </a:p>
        </p:txBody>
      </p:sp>
      <p:sp>
        <p:nvSpPr>
          <p:cNvPr id="33" name="TextBox 32">
            <a:extLst>
              <a:ext uri="{FF2B5EF4-FFF2-40B4-BE49-F238E27FC236}">
                <a16:creationId xmlns:a16="http://schemas.microsoft.com/office/drawing/2014/main" id="{3483857F-9F0B-3EC1-CB08-8389EB3E8182}"/>
              </a:ext>
            </a:extLst>
          </p:cNvPr>
          <p:cNvSpPr txBox="1"/>
          <p:nvPr/>
        </p:nvSpPr>
        <p:spPr>
          <a:xfrm>
            <a:off x="4475899" y="4698005"/>
            <a:ext cx="2357653" cy="523220"/>
          </a:xfrm>
          <a:prstGeom prst="rect">
            <a:avLst/>
          </a:prstGeom>
          <a:solidFill>
            <a:srgbClr val="E9EEB4"/>
          </a:solidFill>
        </p:spPr>
        <p:txBody>
          <a:bodyPr wrap="square" rtlCol="0">
            <a:spAutoFit/>
          </a:bodyPr>
          <a:lstStyle/>
          <a:p>
            <a:r>
              <a:rPr lang="en-US" sz="1400" dirty="0">
                <a:latin typeface="Roboto Mono" pitchFamily="49" charset="0"/>
                <a:ea typeface="Roboto Mono" pitchFamily="49" charset="0"/>
              </a:rPr>
              <a:t>// 4</a:t>
            </a:r>
          </a:p>
          <a:p>
            <a:r>
              <a:rPr lang="en-US" sz="1400" dirty="0">
                <a:latin typeface="Roboto Mono" pitchFamily="49" charset="0"/>
                <a:ea typeface="Roboto Mono" pitchFamily="49" charset="0"/>
              </a:rPr>
              <a:t>// 5</a:t>
            </a:r>
          </a:p>
        </p:txBody>
      </p:sp>
      <p:cxnSp>
        <p:nvCxnSpPr>
          <p:cNvPr id="34" name="Straight Arrow Connector 33">
            <a:extLst>
              <a:ext uri="{FF2B5EF4-FFF2-40B4-BE49-F238E27FC236}">
                <a16:creationId xmlns:a16="http://schemas.microsoft.com/office/drawing/2014/main" id="{4C3DC991-2896-03A3-A562-BD55887CCEDF}"/>
              </a:ext>
            </a:extLst>
          </p:cNvPr>
          <p:cNvCxnSpPr>
            <a:cxnSpLocks/>
            <a:stCxn id="24" idx="3"/>
            <a:endCxn id="33" idx="1"/>
          </p:cNvCxnSpPr>
          <p:nvPr/>
        </p:nvCxnSpPr>
        <p:spPr>
          <a:xfrm>
            <a:off x="3297073" y="4436395"/>
            <a:ext cx="1178826" cy="52322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E7C1408B-273F-2DAA-0EFE-5DC15A6F755A}"/>
              </a:ext>
            </a:extLst>
          </p:cNvPr>
          <p:cNvSpPr txBox="1"/>
          <p:nvPr/>
        </p:nvSpPr>
        <p:spPr>
          <a:xfrm>
            <a:off x="4337716" y="5383342"/>
            <a:ext cx="2634018" cy="646331"/>
          </a:xfrm>
          <a:prstGeom prst="rect">
            <a:avLst/>
          </a:prstGeom>
          <a:noFill/>
        </p:spPr>
        <p:txBody>
          <a:bodyPr wrap="square" rtlCol="0">
            <a:spAutoFit/>
          </a:bodyPr>
          <a:lstStyle/>
          <a:p>
            <a:r>
              <a:rPr lang="en-TH" b="1" dirty="0">
                <a:latin typeface="Roboto Mono" pitchFamily="49" charset="0"/>
                <a:ea typeface="Roboto Mono" pitchFamily="49" charset="0"/>
              </a:rPr>
              <a:t>Only this block got rendered </a:t>
            </a:r>
            <a:r>
              <a:rPr lang="en-TH" b="1" dirty="0">
                <a:latin typeface="Roboto Mono" pitchFamily="49" charset="0"/>
                <a:ea typeface="Roboto Mono" pitchFamily="49" charset="0"/>
                <a:sym typeface="Wingdings" pitchFamily="2" charset="2"/>
              </a:rPr>
              <a:t></a:t>
            </a:r>
            <a:endParaRPr lang="en-TH" b="1" dirty="0">
              <a:latin typeface="Roboto Mono" pitchFamily="49" charset="0"/>
              <a:ea typeface="Roboto Mono" pitchFamily="49" charset="0"/>
            </a:endParaRPr>
          </a:p>
        </p:txBody>
      </p:sp>
    </p:spTree>
    <p:extLst>
      <p:ext uri="{BB962C8B-B14F-4D97-AF65-F5344CB8AC3E}">
        <p14:creationId xmlns:p14="http://schemas.microsoft.com/office/powerpoint/2010/main" val="174632208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114</TotalTime>
  <Words>317</Words>
  <Application>Microsoft Macintosh PowerPoint</Application>
  <PresentationFormat>Widescreen</PresentationFormat>
  <Paragraphs>57</Paragraphs>
  <Slides>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Aptos</vt:lpstr>
      <vt:lpstr>Aptos Display</vt:lpstr>
      <vt:lpstr>Arial</vt:lpstr>
      <vt:lpstr>Roboto Mono</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Kosolpattanadurong Thitiwat</dc:creator>
  <cp:lastModifiedBy>Kosolpattanadurong Thitiwat</cp:lastModifiedBy>
  <cp:revision>44</cp:revision>
  <dcterms:created xsi:type="dcterms:W3CDTF">2026-03-21T06:22:44Z</dcterms:created>
  <dcterms:modified xsi:type="dcterms:W3CDTF">2026-03-31T17:57:19Z</dcterms:modified>
</cp:coreProperties>
</file>