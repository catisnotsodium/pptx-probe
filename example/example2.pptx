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3"/>
  </p:normalViewPr>
  <p:slideViewPr>
    <p:cSldViewPr snapToGrid="0">
      <p:cViewPr>
        <p:scale>
          <a:sx n="128" d="100"/>
          <a:sy n="12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700077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3313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3967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619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6974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0706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3505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7061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44711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7185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5497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D9D3D-1663-8444-8FE9-C2B87C6C2BDE}" type="datetimeFigureOut">
              <a:rPr lang="en-TH" smtClean="0"/>
              <a:t>1/4/2026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D34B9-E4AA-3A40-B265-6EDDE9C5D9C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1987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DA6C-CF63-C7BA-C657-696F6712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7908BE9-47F3-2B64-35BD-E223683F4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64" y="1111201"/>
            <a:ext cx="2286000" cy="1367683"/>
          </a:xfrm>
          <a:prstGeom prst="rect">
            <a:avLst/>
          </a:prstGeom>
          <a:solidFill>
            <a:srgbClr val="F8F6E3"/>
          </a:solidFill>
          <a:ln>
            <a:noFill/>
          </a:ln>
          <a:effectLst/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600" b="1" dirty="0">
                <a:solidFill>
                  <a:srgbClr val="FF0000"/>
                </a:solidFill>
                <a:latin typeface="Roboto Mono" pitchFamily="49" charset="0"/>
                <a:ea typeface="Roboto Mono" pitchFamily="49" charset="0"/>
              </a:rPr>
              <a:t>#!</a:t>
            </a:r>
            <a:r>
              <a:rPr lang="en-US" sz="600" b="1" dirty="0" err="1">
                <a:solidFill>
                  <a:srgbClr val="FF0000"/>
                </a:solidFill>
                <a:latin typeface="Roboto Mono" pitchFamily="49" charset="0"/>
                <a:ea typeface="Roboto Mono" pitchFamily="49" charset="0"/>
              </a:rPr>
              <a:t>main.go</a:t>
            </a:r>
            <a:endParaRPr lang="en-US" sz="600" b="1" dirty="0">
              <a:solidFill>
                <a:srgbClr val="FF0000"/>
              </a:solidFill>
              <a:latin typeface="Roboto Mono" pitchFamily="49" charset="0"/>
              <a:ea typeface="Roboto Mono" pitchFamily="49" charset="0"/>
            </a:endParaRPr>
          </a:p>
          <a:p>
            <a:endParaRPr lang="en-US" sz="600" dirty="0">
              <a:latin typeface="Roboto Mono" pitchFamily="49" charset="0"/>
              <a:ea typeface="Roboto Mono" pitchFamily="49" charset="0"/>
            </a:endParaRPr>
          </a:p>
          <a:p>
            <a:r>
              <a:rPr lang="en-US" sz="600" dirty="0">
                <a:latin typeface="Roboto Mono" pitchFamily="49" charset="0"/>
                <a:ea typeface="Roboto Mono" pitchFamily="49" charset="0"/>
              </a:rPr>
              <a:t>package main</a:t>
            </a:r>
            <a:br>
              <a:rPr lang="en-US" sz="600" dirty="0">
                <a:latin typeface="Roboto Mono" pitchFamily="49" charset="0"/>
                <a:ea typeface="Roboto Mono" pitchFamily="49" charset="0"/>
              </a:rPr>
            </a:br>
            <a:endParaRPr lang="en-US" sz="600" dirty="0">
              <a:latin typeface="Roboto Mono" pitchFamily="49" charset="0"/>
              <a:ea typeface="Roboto Mono" pitchFamily="49" charset="0"/>
            </a:endParaRPr>
          </a:p>
          <a:p>
            <a:r>
              <a:rPr lang="en-US" sz="600" dirty="0">
                <a:latin typeface="Roboto Mono" pitchFamily="49" charset="0"/>
                <a:ea typeface="Roboto Mono" pitchFamily="49" charset="0"/>
              </a:rPr>
              <a:t>import (</a:t>
            </a:r>
          </a:p>
          <a:p>
            <a:pPr lvl="1"/>
            <a:r>
              <a:rPr lang="en-US" sz="600" dirty="0">
                <a:latin typeface="Roboto Mono" pitchFamily="49" charset="0"/>
                <a:ea typeface="Roboto Mono" pitchFamily="49" charset="0"/>
              </a:rPr>
              <a:t>"flag"</a:t>
            </a:r>
          </a:p>
          <a:p>
            <a:pPr lvl="1"/>
            <a:r>
              <a:rPr lang="en-US" sz="600" dirty="0">
                <a:latin typeface="Roboto Mono" pitchFamily="49" charset="0"/>
                <a:ea typeface="Roboto Mono" pitchFamily="49" charset="0"/>
              </a:rPr>
              <a:t>"</a:t>
            </a:r>
            <a:r>
              <a:rPr lang="en-US" sz="600" dirty="0" err="1">
                <a:latin typeface="Roboto Mono" pitchFamily="49" charset="0"/>
                <a:ea typeface="Roboto Mono" pitchFamily="49" charset="0"/>
              </a:rPr>
              <a:t>fmt</a:t>
            </a:r>
            <a:r>
              <a:rPr lang="en-US" sz="600" dirty="0">
                <a:latin typeface="Roboto Mono" pitchFamily="49" charset="0"/>
                <a:ea typeface="Roboto Mono" pitchFamily="49" charset="0"/>
              </a:rPr>
              <a:t>"</a:t>
            </a:r>
          </a:p>
          <a:p>
            <a:pPr lvl="1"/>
            <a:r>
              <a:rPr lang="en-US" sz="600" dirty="0">
                <a:latin typeface="Roboto Mono" pitchFamily="49" charset="0"/>
                <a:ea typeface="Roboto Mono" pitchFamily="49" charset="0"/>
              </a:rPr>
              <a:t>"</a:t>
            </a:r>
            <a:r>
              <a:rPr lang="en-US" sz="600" dirty="0" err="1">
                <a:latin typeface="Roboto Mono" pitchFamily="49" charset="0"/>
                <a:ea typeface="Roboto Mono" pitchFamily="49" charset="0"/>
              </a:rPr>
              <a:t>os</a:t>
            </a:r>
            <a:r>
              <a:rPr lang="en-US" sz="600" dirty="0">
                <a:latin typeface="Roboto Mono" pitchFamily="49" charset="0"/>
                <a:ea typeface="Roboto Mono" pitchFamily="49" charset="0"/>
              </a:rPr>
              <a:t>"</a:t>
            </a:r>
          </a:p>
          <a:p>
            <a:pPr lvl="1"/>
            <a:r>
              <a:rPr lang="en-US" sz="600" dirty="0">
                <a:latin typeface="Roboto Mono" pitchFamily="49" charset="0"/>
                <a:ea typeface="Roboto Mono" pitchFamily="49" charset="0"/>
              </a:rPr>
              <a:t>"ppt-probe/</a:t>
            </a:r>
            <a:r>
              <a:rPr lang="en-US" sz="600" dirty="0" err="1">
                <a:latin typeface="Roboto Mono" pitchFamily="49" charset="0"/>
                <a:ea typeface="Roboto Mono" pitchFamily="49" charset="0"/>
              </a:rPr>
              <a:t>src</a:t>
            </a:r>
            <a:r>
              <a:rPr lang="en-US" sz="600" dirty="0">
                <a:latin typeface="Roboto Mono" pitchFamily="49" charset="0"/>
                <a:ea typeface="Roboto Mono" pitchFamily="49" charset="0"/>
              </a:rPr>
              <a:t>/extractor"</a:t>
            </a:r>
          </a:p>
          <a:p>
            <a:pPr lvl="1"/>
            <a:r>
              <a:rPr lang="en-US" sz="600" dirty="0">
                <a:latin typeface="Roboto Mono" pitchFamily="49" charset="0"/>
                <a:ea typeface="Roboto Mono" pitchFamily="49" charset="0"/>
              </a:rPr>
              <a:t>"ppt-probe/</a:t>
            </a:r>
            <a:r>
              <a:rPr lang="en-US" sz="600" dirty="0" err="1">
                <a:latin typeface="Roboto Mono" pitchFamily="49" charset="0"/>
                <a:ea typeface="Roboto Mono" pitchFamily="49" charset="0"/>
              </a:rPr>
              <a:t>src</a:t>
            </a:r>
            <a:r>
              <a:rPr lang="en-US" sz="600" dirty="0">
                <a:latin typeface="Roboto Mono" pitchFamily="49" charset="0"/>
                <a:ea typeface="Roboto Mono" pitchFamily="49" charset="0"/>
              </a:rPr>
              <a:t>/models"</a:t>
            </a:r>
          </a:p>
          <a:p>
            <a:r>
              <a:rPr lang="en-US" sz="600" dirty="0">
                <a:latin typeface="Roboto Mono" pitchFamily="49" charset="0"/>
                <a:ea typeface="Roboto Mono" pitchFamily="49" charset="0"/>
              </a:rPr>
              <a:t>)</a:t>
            </a:r>
          </a:p>
          <a:p>
            <a:endParaRPr lang="en-US" sz="600" dirty="0">
              <a:latin typeface="Roboto Mono" pitchFamily="49" charset="0"/>
              <a:ea typeface="Roboto Mono" pitchFamily="49" charset="0"/>
            </a:endParaRPr>
          </a:p>
          <a:p>
            <a:r>
              <a:rPr lang="en-US" sz="600" dirty="0" err="1">
                <a:latin typeface="Roboto Mono" pitchFamily="49" charset="0"/>
                <a:ea typeface="Roboto Mono" pitchFamily="49" charset="0"/>
              </a:rPr>
              <a:t>func</a:t>
            </a:r>
            <a:r>
              <a:rPr lang="en-US" sz="600" dirty="0">
                <a:latin typeface="Roboto Mono" pitchFamily="49" charset="0"/>
                <a:ea typeface="Roboto Mono" pitchFamily="49" charset="0"/>
              </a:rPr>
              <a:t> main() {</a:t>
            </a:r>
          </a:p>
          <a:p>
            <a:endParaRPr lang="en-US" sz="600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12D7BC6-2939-7CFC-42F8-AB8575FE9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64" y="3841651"/>
            <a:ext cx="2286000" cy="167355"/>
          </a:xfrm>
          <a:prstGeom prst="rect">
            <a:avLst/>
          </a:prstGeom>
          <a:solidFill>
            <a:srgbClr val="F8F6E3"/>
          </a:solidFill>
          <a:ln>
            <a:noFill/>
          </a:ln>
          <a:effectLst/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600" dirty="0">
                <a:latin typeface="Roboto Mono" pitchFamily="49" charset="0"/>
                <a:ea typeface="Roboto Mono" pitchFamily="49" charset="0"/>
              </a:rPr>
              <a:t>}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3EF48A-DB77-D475-1BCD-84062099F4CD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1311964" y="2478884"/>
            <a:ext cx="0" cy="136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011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38</Words>
  <Application>Microsoft Macintosh PowerPoint</Application>
  <PresentationFormat>A4 Paper (210x297 mm)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 Mono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Kosolpattanadurong Thitiwat</dc:creator>
  <cp:lastModifiedBy>Kosolpattanadurong Thitiwat</cp:lastModifiedBy>
  <cp:revision>11</cp:revision>
  <dcterms:created xsi:type="dcterms:W3CDTF">2026-03-31T17:21:53Z</dcterms:created>
  <dcterms:modified xsi:type="dcterms:W3CDTF">2026-03-31T17:46:37Z</dcterms:modified>
</cp:coreProperties>
</file>