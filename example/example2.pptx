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6" r:id="rId2"/>
  </p:sldIdLst>
  <p:sldSz cx="12192000" cy="6858000"/>
  <p:notesSz cx="6858000" cy="9144000"/>
  <p:defaultTextStyle>
    <a:defPPr>
      <a:defRPr lang="en-T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E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03"/>
  </p:normalViewPr>
  <p:slideViewPr>
    <p:cSldViewPr snapToGrid="0">
      <p:cViewPr varScale="1">
        <p:scale>
          <a:sx n="102" d="100"/>
          <a:sy n="102" d="100"/>
        </p:scale>
        <p:origin x="2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08B67-A263-048B-734D-2B5D10CB15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124F35-C0C2-6EDB-DEFF-5D6BB9E7E3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5C9F1-89A9-2E6B-C88B-1EE2889AF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AEF4E8-BCB6-72EC-C263-9AE2617F2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4D169A-C9B3-2D9D-DE42-E30BCCE3E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828201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18E1C-1DBC-6E8A-D216-A8C867218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18E5B-53C7-ED72-8BBA-1404C2CBC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B2299-A1D8-D4F3-56AC-308F8A7E1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4B60D-D6ED-E7CA-6385-CFAAF37E5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B343-738C-DB62-5C4A-60F6AA80B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562745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5D1D0-B6F5-F512-4F3B-0129584AA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A614FD-C09E-9B53-2A89-1B98FE629B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F78DDB-BC3D-0EF0-DB66-93E8F32CE8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1DAB0C-D9A1-5A32-A5AC-F20F23586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AAB4AC-15B9-8086-7787-DB0D4F123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3303433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CD739-EB0D-FAB4-694E-8B1D36FE3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E4CA6-EEE1-1FFA-2FA0-5A9A9E1092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0A3095-4948-6C3A-0DCB-2508EFDD18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B5C5C8-4170-41F1-1E11-ED2C9C98F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31E449-7222-B42B-B512-270BD315A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C92616-AE58-8D4B-5500-FA4EE8C8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920657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61D34-2BE3-5CED-226E-5D07EA7FD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E74D2-C6C2-5A17-488C-538FF812E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619B88-DBC3-4796-E534-85CF81D30F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370A56-CA33-4396-2470-C48AB543AC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8765EC-1C7C-4C8A-539B-B5CA964812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1ADFBF0-6850-1976-1D76-3DCC31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BE4914-BD87-B010-8FDA-413BE7525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B03087-6E15-9E2B-B5CA-94240BF0D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1668618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3493-812E-2005-0762-B5550C96A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106D83-45AF-97F7-EFB1-3A981431D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FA7F47-CF76-4560-CE1E-40B3CBD57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B3C8EA-FD96-CDEA-ACB9-849C39A54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2403087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9E20A6-EB49-151C-9C13-6A6D9BD41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7E5495-916C-5B94-3F18-8D72CE3E3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30FE1-7B2D-A3E9-378B-D44DB435C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566956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AF882-EFFD-FDFD-4C35-1A6897B17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FBC943-0BE7-F556-94F1-A157007A4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96BD42-03DB-4022-7348-E3D42EA44E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387E87-7035-B37C-07CC-0E6A834FDE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4001A-5772-9E8F-4F5F-DBC994858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DFF77E-73D8-E01D-AC4B-A0BDC301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755238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5BB72-0CD7-AE41-EBF1-34725A037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0F0B045-21F0-57A3-1EAD-8160F432DD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7257C6-F328-98D5-DCE7-AE8D8241BD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5BA008-9235-BA6D-E21A-F3A957A9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11713B-DA80-CCC4-2558-08ED549CD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54D6C3-5D30-6081-0F74-0E0E60499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89306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D5BFF-45F5-1F5D-4EC6-188E092FC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A49131-826F-464D-BE85-8A8A0AA6A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C8CCFF-CC28-F9D3-5E81-480CF693D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D24E5E-E1EB-0081-6CD7-84F08DE2B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63E05-269D-DB49-1618-CA656ECA3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2710032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58088D-DF03-3955-A523-1F795D47B1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56F010-3A02-BF96-A66F-7566F14C0F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F6217-E475-D6D1-0FC0-7E03AAEF2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189AB-EF78-F510-83BC-7F085EC53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BF276-056B-FB56-22F2-3BE71F90F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6145534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592130-254E-6507-04D1-0A3F6A21C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BE1644-E114-CFC6-0C36-710EFF9BF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7A7C61-27A7-E010-5CED-7A276410A5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FD9D3D-1663-8444-8FE9-C2B87C6C2BDE}" type="datetimeFigureOut">
              <a:rPr lang="en-TH" smtClean="0"/>
              <a:t>1/4/2026 R</a:t>
            </a:fld>
            <a:endParaRPr lang="en-T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7B5E7-499C-C16E-328B-42246544A9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T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2E14CB-0D8F-C707-1B11-6158B7805C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6D34B9-E4AA-3A40-B265-6EDDE9C5D9CD}" type="slidenum">
              <a:rPr lang="en-TH" smtClean="0"/>
              <a:t>‹#›</a:t>
            </a:fld>
            <a:endParaRPr lang="en-TH"/>
          </a:p>
        </p:txBody>
      </p:sp>
    </p:spTree>
    <p:extLst>
      <p:ext uri="{BB962C8B-B14F-4D97-AF65-F5344CB8AC3E}">
        <p14:creationId xmlns:p14="http://schemas.microsoft.com/office/powerpoint/2010/main" val="34027097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5DA6C-CF63-C7BA-C657-696F67120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37908BE9-47F3-2B64-35BD-E223683F4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1317" y="958426"/>
            <a:ext cx="6360420" cy="3231654"/>
          </a:xfrm>
          <a:prstGeom prst="rect">
            <a:avLst/>
          </a:prstGeom>
          <a:solidFill>
            <a:srgbClr val="F8F6E3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TH" sz="1200" b="1" dirty="0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#!InfiniteList.java</a:t>
            </a:r>
            <a:endParaRPr kumimoji="0" lang="en-TH" altLang="en-TH" sz="1200" i="0" u="none" strike="noStrike" cap="none" normalizeH="0" baseline="0" dirty="0">
              <a:ln>
                <a:noFill/>
              </a:ln>
              <a:effectLst/>
              <a:latin typeface="Roboto Mono" pitchFamily="49" charset="0"/>
              <a:ea typeface="Roboto Mono" pitchFamily="49" charset="0"/>
            </a:endParaRPr>
          </a:p>
          <a:p>
            <a:r>
              <a:rPr kumimoji="0" lang="en-TH" altLang="en-TH" sz="1200" i="0" u="none" strike="noStrike" cap="none" normalizeH="0" baseline="0" dirty="0">
                <a:ln>
                  <a:noFill/>
                </a:ln>
                <a:effectLst/>
                <a:latin typeface="Roboto Mono" pitchFamily="49" charset="0"/>
                <a:ea typeface="Roboto Mono" pitchFamily="49" charset="0"/>
              </a:rPr>
              <a:t>class </a:t>
            </a:r>
            <a:r>
              <a:rPr kumimoji="0" lang="en-TH" altLang="en-TH" sz="1200" b="1" i="0" u="none" strike="noStrike" cap="none" normalizeH="0" baseline="0" dirty="0">
                <a:ln>
                  <a:noFill/>
                </a:ln>
                <a:effectLst/>
                <a:latin typeface="Roboto Mono" pitchFamily="49" charset="0"/>
                <a:ea typeface="Roboto Mono" pitchFamily="49" charset="0"/>
              </a:rPr>
              <a:t>InfiniteList</a:t>
            </a:r>
            <a:r>
              <a:rPr kumimoji="0" lang="en-TH" altLang="en-TH" sz="1200" i="0" u="none" strike="noStrike" cap="none" normalizeH="0" baseline="0" dirty="0">
                <a:ln>
                  <a:noFill/>
                </a:ln>
                <a:effectLst/>
                <a:latin typeface="Roboto Mono" pitchFamily="49" charset="0"/>
                <a:ea typeface="Roboto Mono" pitchFamily="49" charset="0"/>
              </a:rPr>
              <a:t>&lt;T&gt; {</a:t>
            </a:r>
          </a:p>
          <a:p>
            <a:pPr lvl="1"/>
            <a:endParaRPr lang="en-TH" altLang="en-TH" sz="1200" dirty="0">
              <a:latin typeface="Roboto Mono" pitchFamily="49" charset="0"/>
              <a:ea typeface="Roboto Mono" pitchFamily="49" charset="0"/>
            </a:endParaRPr>
          </a:p>
          <a:p>
            <a:pPr lvl="1"/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public </a:t>
            </a:r>
            <a:r>
              <a:rPr lang="en-US" altLang="en-TH" sz="1200" dirty="0" err="1">
                <a:latin typeface="Roboto Mono" pitchFamily="49" charset="0"/>
                <a:ea typeface="Roboto Mono" pitchFamily="49" charset="0"/>
              </a:rPr>
              <a:t>boolean</a:t>
            </a:r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 </a:t>
            </a:r>
            <a:r>
              <a:rPr lang="en-US" altLang="en-TH" sz="1200" dirty="0" err="1">
                <a:latin typeface="Roboto Mono" pitchFamily="49" charset="0"/>
                <a:ea typeface="Roboto Mono" pitchFamily="49" charset="0"/>
              </a:rPr>
              <a:t>isSentinel</a:t>
            </a:r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() {</a:t>
            </a:r>
          </a:p>
          <a:p>
            <a:pPr lvl="2"/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return false;</a:t>
            </a:r>
          </a:p>
          <a:p>
            <a:pPr lvl="1"/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}</a:t>
            </a:r>
          </a:p>
          <a:p>
            <a:pPr lvl="1"/>
            <a:endParaRPr kumimoji="0" lang="en-US" altLang="en-TH" sz="1200" i="0" u="none" strike="noStrike" cap="none" normalizeH="0" baseline="0" dirty="0">
              <a:ln>
                <a:noFill/>
              </a:ln>
              <a:effectLst/>
              <a:latin typeface="Roboto Mono" pitchFamily="49" charset="0"/>
              <a:ea typeface="Roboto Mono" pitchFamily="49" charset="0"/>
            </a:endParaRPr>
          </a:p>
          <a:p>
            <a:pPr lvl="1"/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public static &lt;T&gt; InfiniteList&lt;T&gt; </a:t>
            </a:r>
            <a:r>
              <a:rPr lang="en-US" altLang="en-TH" sz="1200" b="1" dirty="0">
                <a:solidFill>
                  <a:srgbClr val="C00000"/>
                </a:solidFill>
                <a:latin typeface="Roboto Mono" pitchFamily="49" charset="0"/>
                <a:ea typeface="Roboto Mono" pitchFamily="49" charset="0"/>
              </a:rPr>
              <a:t>sentinel</a:t>
            </a:r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() {</a:t>
            </a:r>
          </a:p>
          <a:p>
            <a:pPr lvl="2"/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@</a:t>
            </a:r>
            <a:r>
              <a:rPr lang="en-US" altLang="en-TH" sz="1200" dirty="0" err="1">
                <a:latin typeface="Roboto Mono" pitchFamily="49" charset="0"/>
                <a:ea typeface="Roboto Mono" pitchFamily="49" charset="0"/>
              </a:rPr>
              <a:t>SuppressWarnings</a:t>
            </a:r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("unchecked")</a:t>
            </a:r>
          </a:p>
          <a:p>
            <a:pPr lvl="1"/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     InfiniteList&lt;T&gt; a = (InfiniteList&lt;T&gt;) </a:t>
            </a:r>
            <a:r>
              <a:rPr lang="en-US" altLang="en-TH" sz="1200" b="1" dirty="0">
                <a:latin typeface="Roboto Mono" pitchFamily="49" charset="0"/>
                <a:ea typeface="Roboto Mono" pitchFamily="49" charset="0"/>
              </a:rPr>
              <a:t>SENTINEL</a:t>
            </a:r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;</a:t>
            </a:r>
          </a:p>
          <a:p>
            <a:pPr lvl="1"/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     return a;</a:t>
            </a:r>
          </a:p>
          <a:p>
            <a:pPr lvl="1"/>
            <a:r>
              <a:rPr lang="en-US" altLang="en-TH" sz="1200" dirty="0">
                <a:latin typeface="Roboto Mono" pitchFamily="49" charset="0"/>
                <a:ea typeface="Roboto Mono" pitchFamily="49" charset="0"/>
              </a:rPr>
              <a:t>} </a:t>
            </a:r>
          </a:p>
          <a:p>
            <a:pPr lvl="1"/>
            <a:endParaRPr lang="en-US" altLang="en-TH" sz="1200" b="1" dirty="0">
              <a:solidFill>
                <a:schemeClr val="tx2">
                  <a:lumMod val="75000"/>
                </a:schemeClr>
              </a:solidFill>
              <a:latin typeface="Roboto Mono" pitchFamily="49" charset="0"/>
              <a:ea typeface="Roboto Mono" pitchFamily="49" charset="0"/>
            </a:endParaRPr>
          </a:p>
          <a:p>
            <a:pPr lvl="1"/>
            <a:r>
              <a:rPr lang="en-US" altLang="en-TH" sz="1200" b="1" dirty="0">
                <a:solidFill>
                  <a:schemeClr val="tx2">
                    <a:lumMod val="75000"/>
                  </a:schemeClr>
                </a:solidFill>
                <a:latin typeface="Roboto Mono" pitchFamily="49" charset="0"/>
                <a:ea typeface="Roboto Mono" pitchFamily="49" charset="0"/>
              </a:rPr>
              <a:t>private static final Sentinel SENTINEL = new Sentinel();</a:t>
            </a:r>
            <a:endParaRPr lang="en-TH" altLang="en-TH" sz="1200" b="1" dirty="0">
              <a:solidFill>
                <a:schemeClr val="tx2">
                  <a:lumMod val="75000"/>
                </a:schemeClr>
              </a:solidFill>
              <a:latin typeface="Roboto Mono" pitchFamily="49" charset="0"/>
              <a:ea typeface="Roboto Mono" pitchFamily="49" charset="0"/>
            </a:endParaRPr>
          </a:p>
          <a:p>
            <a:endParaRPr kumimoji="0" lang="en-TH" altLang="en-TH" sz="1200" i="0" u="none" strike="noStrike" cap="none" normalizeH="0" baseline="0" dirty="0">
              <a:ln>
                <a:noFill/>
              </a:ln>
              <a:effectLst/>
              <a:latin typeface="Roboto Mono" pitchFamily="49" charset="0"/>
              <a:ea typeface="Roboto Mono" pitchFamily="49" charset="0"/>
            </a:endParaRPr>
          </a:p>
          <a:p>
            <a:r>
              <a:rPr kumimoji="0" lang="en-TH" altLang="en-TH" sz="1200" i="0" u="none" strike="noStrike" cap="none" normalizeH="0" baseline="0" dirty="0">
                <a:ln>
                  <a:noFill/>
                </a:ln>
                <a:effectLst/>
                <a:latin typeface="Roboto Mono" pitchFamily="49" charset="0"/>
                <a:ea typeface="Roboto Mono" pitchFamily="49" charset="0"/>
              </a:rPr>
              <a:t>}</a:t>
            </a:r>
          </a:p>
          <a:p>
            <a:endParaRPr kumimoji="0" lang="en-TH" altLang="en-TH" sz="1200" i="0" u="none" strike="noStrike" cap="none" normalizeH="0" baseline="0" dirty="0">
              <a:ln>
                <a:noFill/>
              </a:ln>
              <a:effectLst/>
              <a:latin typeface="Roboto Mono" pitchFamily="49" charset="0"/>
              <a:ea typeface="Roboto Mono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41981E-C6B4-E838-D055-11FCE4C2F56E}"/>
              </a:ext>
            </a:extLst>
          </p:cNvPr>
          <p:cNvSpPr txBox="1"/>
          <p:nvPr/>
        </p:nvSpPr>
        <p:spPr>
          <a:xfrm>
            <a:off x="5530242" y="2389587"/>
            <a:ext cx="34759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H" sz="1400" b="1" dirty="0">
                <a:solidFill>
                  <a:srgbClr val="FF0000"/>
                </a:solidFill>
                <a:latin typeface="Roboto Mono" pitchFamily="49" charset="0"/>
                <a:ea typeface="Roboto Mono" pitchFamily="49" charset="0"/>
              </a:rPr>
              <a:t>similar to Maybe::None</a:t>
            </a:r>
            <a:endParaRPr lang="en-TH" sz="1400" b="1" dirty="0">
              <a:solidFill>
                <a:srgbClr val="FF0000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B32C78D-2D90-BCDA-E851-16BBC686186C}"/>
              </a:ext>
            </a:extLst>
          </p:cNvPr>
          <p:cNvCxnSpPr>
            <a:cxnSpLocks/>
            <a:stCxn id="5" idx="2"/>
            <a:endCxn id="10" idx="0"/>
          </p:cNvCxnSpPr>
          <p:nvPr/>
        </p:nvCxnSpPr>
        <p:spPr>
          <a:xfrm>
            <a:off x="3671527" y="4190080"/>
            <a:ext cx="0" cy="503482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67742F2-6B00-5C92-1420-DF3A412E6610}"/>
              </a:ext>
            </a:extLst>
          </p:cNvPr>
          <p:cNvSpPr txBox="1"/>
          <p:nvPr/>
        </p:nvSpPr>
        <p:spPr>
          <a:xfrm>
            <a:off x="596388" y="4693562"/>
            <a:ext cx="6150278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TH" altLang="en-TH" sz="1400" b="1" dirty="0">
                <a:solidFill>
                  <a:srgbClr val="C00000"/>
                </a:solidFill>
                <a:latin typeface="Roboto Mono" pitchFamily="49" charset="0"/>
                <a:ea typeface="Roboto Mono" pitchFamily="49" charset="0"/>
              </a:rPr>
              <a:t>class </a:t>
            </a:r>
            <a:r>
              <a:rPr lang="en-TH" altLang="en-TH" sz="1400" b="1" dirty="0">
                <a:solidFill>
                  <a:schemeClr val="accent2">
                    <a:lumMod val="50000"/>
                  </a:schemeClr>
                </a:solidFill>
                <a:latin typeface="Roboto Mono" pitchFamily="49" charset="0"/>
                <a:ea typeface="Roboto Mono" pitchFamily="49" charset="0"/>
              </a:rPr>
              <a:t>Sentinel</a:t>
            </a:r>
            <a:r>
              <a:rPr lang="en-TH" altLang="en-TH" sz="1400" dirty="0">
                <a:latin typeface="Roboto Mono" pitchFamily="49" charset="0"/>
                <a:ea typeface="Roboto Mono" pitchFamily="49" charset="0"/>
              </a:rPr>
              <a:t> extends </a:t>
            </a:r>
            <a:r>
              <a:rPr lang="en-TH" altLang="en-TH" sz="1400" b="1" dirty="0">
                <a:solidFill>
                  <a:schemeClr val="accent5">
                    <a:lumMod val="50000"/>
                  </a:schemeClr>
                </a:solidFill>
                <a:latin typeface="Roboto Mono" pitchFamily="49" charset="0"/>
                <a:ea typeface="Roboto Mono" pitchFamily="49" charset="0"/>
              </a:rPr>
              <a:t>InfiniteList</a:t>
            </a:r>
            <a:r>
              <a:rPr lang="en-TH" altLang="en-TH" sz="1400" dirty="0">
                <a:latin typeface="Roboto Mono" pitchFamily="49" charset="0"/>
                <a:ea typeface="Roboto Mono" pitchFamily="49" charset="0"/>
              </a:rPr>
              <a:t>&lt;</a:t>
            </a:r>
            <a:r>
              <a:rPr lang="en-TH" altLang="en-TH" sz="1400" b="1" dirty="0">
                <a:solidFill>
                  <a:srgbClr val="C00000"/>
                </a:solidFill>
                <a:latin typeface="Roboto Mono" pitchFamily="49" charset="0"/>
                <a:ea typeface="Roboto Mono" pitchFamily="49" charset="0"/>
              </a:rPr>
              <a:t>Object</a:t>
            </a:r>
            <a:r>
              <a:rPr lang="en-TH" altLang="en-TH" sz="1400" dirty="0">
                <a:latin typeface="Roboto Mono" pitchFamily="49" charset="0"/>
                <a:ea typeface="Roboto Mono" pitchFamily="49" charset="0"/>
              </a:rPr>
              <a:t>&gt; {</a:t>
            </a:r>
          </a:p>
          <a:p>
            <a:endParaRPr lang="en-TH" altLang="en-TH" sz="1400" dirty="0">
              <a:latin typeface="Roboto Mono" pitchFamily="49" charset="0"/>
              <a:ea typeface="Roboto Mono" pitchFamily="49" charset="0"/>
            </a:endParaRPr>
          </a:p>
          <a:p>
            <a:r>
              <a:rPr lang="en-US" altLang="en-TH" sz="1400" dirty="0">
                <a:latin typeface="Roboto Mono" pitchFamily="49" charset="0"/>
                <a:ea typeface="Roboto Mono" pitchFamily="49" charset="0"/>
              </a:rPr>
              <a:t>    </a:t>
            </a:r>
            <a:r>
              <a:rPr lang="en-US" altLang="en-TH" sz="1400" b="1" dirty="0">
                <a:latin typeface="Roboto Mono" pitchFamily="49" charset="0"/>
                <a:ea typeface="Roboto Mono" pitchFamily="49" charset="0"/>
              </a:rPr>
              <a:t>@Override</a:t>
            </a:r>
          </a:p>
          <a:p>
            <a:r>
              <a:rPr lang="en-US" altLang="en-TH" sz="1400" dirty="0">
                <a:latin typeface="Roboto Mono" pitchFamily="49" charset="0"/>
                <a:ea typeface="Roboto Mono" pitchFamily="49" charset="0"/>
              </a:rPr>
              <a:t>    public </a:t>
            </a:r>
            <a:r>
              <a:rPr lang="en-US" altLang="en-TH" sz="1400" dirty="0" err="1">
                <a:latin typeface="Roboto Mono" pitchFamily="49" charset="0"/>
                <a:ea typeface="Roboto Mono" pitchFamily="49" charset="0"/>
              </a:rPr>
              <a:t>boolean</a:t>
            </a:r>
            <a:r>
              <a:rPr lang="en-US" altLang="en-TH" sz="1400" dirty="0">
                <a:latin typeface="Roboto Mono" pitchFamily="49" charset="0"/>
                <a:ea typeface="Roboto Mono" pitchFamily="49" charset="0"/>
              </a:rPr>
              <a:t> </a:t>
            </a:r>
            <a:r>
              <a:rPr lang="en-US" altLang="en-TH" sz="1400" dirty="0" err="1">
                <a:latin typeface="Roboto Mono" pitchFamily="49" charset="0"/>
                <a:ea typeface="Roboto Mono" pitchFamily="49" charset="0"/>
              </a:rPr>
              <a:t>isSentinel</a:t>
            </a:r>
            <a:r>
              <a:rPr lang="en-US" altLang="en-TH" sz="1400" dirty="0">
                <a:latin typeface="Roboto Mono" pitchFamily="49" charset="0"/>
                <a:ea typeface="Roboto Mono" pitchFamily="49" charset="0"/>
              </a:rPr>
              <a:t>() {</a:t>
            </a:r>
          </a:p>
          <a:p>
            <a:r>
              <a:rPr lang="en-US" altLang="en-TH" sz="1400" dirty="0">
                <a:latin typeface="Roboto Mono" pitchFamily="49" charset="0"/>
                <a:ea typeface="Roboto Mono" pitchFamily="49" charset="0"/>
              </a:rPr>
              <a:t>      return true;</a:t>
            </a:r>
          </a:p>
          <a:p>
            <a:r>
              <a:rPr lang="en-US" altLang="en-TH" sz="1400" dirty="0">
                <a:latin typeface="Roboto Mono" pitchFamily="49" charset="0"/>
                <a:ea typeface="Roboto Mono" pitchFamily="49" charset="0"/>
              </a:rPr>
              <a:t>    }</a:t>
            </a:r>
            <a:endParaRPr lang="en-TH" altLang="en-TH" sz="1400" dirty="0">
              <a:latin typeface="Roboto Mono" pitchFamily="49" charset="0"/>
              <a:ea typeface="Roboto Mono" pitchFamily="49" charset="0"/>
            </a:endParaRPr>
          </a:p>
          <a:p>
            <a:r>
              <a:rPr lang="en-TH" altLang="en-TH" sz="1400" dirty="0">
                <a:latin typeface="Roboto Mono" pitchFamily="49" charset="0"/>
                <a:ea typeface="Roboto Mono" pitchFamily="49" charset="0"/>
              </a:rPr>
              <a:t>}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223A480-3B1E-6F31-8BCB-CC18C3A5D60E}"/>
              </a:ext>
            </a:extLst>
          </p:cNvPr>
          <p:cNvCxnSpPr>
            <a:cxnSpLocks/>
            <a:endCxn id="5" idx="0"/>
          </p:cNvCxnSpPr>
          <p:nvPr/>
        </p:nvCxnSpPr>
        <p:spPr>
          <a:xfrm flipH="1">
            <a:off x="3671527" y="837983"/>
            <a:ext cx="1" cy="120443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C60ECEF-5A10-9A73-57BC-086273F00C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278822"/>
              </p:ext>
            </p:extLst>
          </p:nvPr>
        </p:nvGraphicFramePr>
        <p:xfrm>
          <a:off x="5314671" y="3548515"/>
          <a:ext cx="522861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435">
                  <a:extLst>
                    <a:ext uri="{9D8B030D-6E8A-4147-A177-3AD203B41FA5}">
                      <a16:colId xmlns:a16="http://schemas.microsoft.com/office/drawing/2014/main" val="3195948067"/>
                    </a:ext>
                  </a:extLst>
                </a:gridCol>
                <a:gridCol w="871435">
                  <a:extLst>
                    <a:ext uri="{9D8B030D-6E8A-4147-A177-3AD203B41FA5}">
                      <a16:colId xmlns:a16="http://schemas.microsoft.com/office/drawing/2014/main" val="2112097517"/>
                    </a:ext>
                  </a:extLst>
                </a:gridCol>
                <a:gridCol w="871435">
                  <a:extLst>
                    <a:ext uri="{9D8B030D-6E8A-4147-A177-3AD203B41FA5}">
                      <a16:colId xmlns:a16="http://schemas.microsoft.com/office/drawing/2014/main" val="4019402721"/>
                    </a:ext>
                  </a:extLst>
                </a:gridCol>
                <a:gridCol w="871435">
                  <a:extLst>
                    <a:ext uri="{9D8B030D-6E8A-4147-A177-3AD203B41FA5}">
                      <a16:colId xmlns:a16="http://schemas.microsoft.com/office/drawing/2014/main" val="1450968658"/>
                    </a:ext>
                  </a:extLst>
                </a:gridCol>
                <a:gridCol w="871435">
                  <a:extLst>
                    <a:ext uri="{9D8B030D-6E8A-4147-A177-3AD203B41FA5}">
                      <a16:colId xmlns:a16="http://schemas.microsoft.com/office/drawing/2014/main" val="59210150"/>
                    </a:ext>
                  </a:extLst>
                </a:gridCol>
                <a:gridCol w="871435">
                  <a:extLst>
                    <a:ext uri="{9D8B030D-6E8A-4147-A177-3AD203B41FA5}">
                      <a16:colId xmlns:a16="http://schemas.microsoft.com/office/drawing/2014/main" val="2361891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TH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Roboto Mono" pitchFamily="49" charset="0"/>
                          <a:ea typeface="Roboto Mono" pitchFamily="49" charset="0"/>
                        </a:rPr>
                        <a:t>[5]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H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Roboto Mono" pitchFamily="49" charset="0"/>
                          <a:ea typeface="Roboto Mono" pitchFamily="49" charset="0"/>
                        </a:rPr>
                        <a:t>[6]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H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Roboto Mono" pitchFamily="49" charset="0"/>
                          <a:ea typeface="Roboto Mono" pitchFamily="49" charset="0"/>
                        </a:rPr>
                        <a:t>[ 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H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Roboto Mono" pitchFamily="49" charset="0"/>
                          <a:ea typeface="Roboto Mono" pitchFamily="49" charset="0"/>
                        </a:rPr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H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Roboto Mono" pitchFamily="49" charset="0"/>
                          <a:ea typeface="Roboto Mono" pitchFamily="49" charset="0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H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Roboto Mono" pitchFamily="49" charset="0"/>
                          <a:ea typeface="Roboto Mono" pitchFamily="49" charset="0"/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6261621"/>
                  </a:ext>
                </a:extLst>
              </a:tr>
            </a:tbl>
          </a:graphicData>
        </a:graphic>
      </p:graphicFrame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D48945C-D1A3-7F4D-2583-FFDA1C179831}"/>
              </a:ext>
            </a:extLst>
          </p:cNvPr>
          <p:cNvCxnSpPr/>
          <p:nvPr/>
        </p:nvCxnSpPr>
        <p:spPr>
          <a:xfrm>
            <a:off x="9231682" y="2697364"/>
            <a:ext cx="0" cy="8511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301B7DE-724C-9804-D7E1-33E105788484}"/>
              </a:ext>
            </a:extLst>
          </p:cNvPr>
          <p:cNvSpPr txBox="1"/>
          <p:nvPr/>
        </p:nvSpPr>
        <p:spPr>
          <a:xfrm>
            <a:off x="8587916" y="2284893"/>
            <a:ext cx="1287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TH" b="1" dirty="0">
                <a:latin typeface="Roboto Mono" pitchFamily="49" charset="0"/>
                <a:ea typeface="Roboto Mono" pitchFamily="49" charset="0"/>
              </a:rPr>
              <a:t>Sentinel</a:t>
            </a:r>
          </a:p>
        </p:txBody>
      </p:sp>
    </p:spTree>
    <p:extLst>
      <p:ext uri="{BB962C8B-B14F-4D97-AF65-F5344CB8AC3E}">
        <p14:creationId xmlns:p14="http://schemas.microsoft.com/office/powerpoint/2010/main" val="4560115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108</Words>
  <Application>Microsoft Macintosh PowerPoint</Application>
  <PresentationFormat>Widescreen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Roboto Mono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Kosolpattanadurong Thitiwat</dc:creator>
  <cp:lastModifiedBy>Kosolpattanadurong Thitiwat</cp:lastModifiedBy>
  <cp:revision>10</cp:revision>
  <dcterms:created xsi:type="dcterms:W3CDTF">2026-03-31T17:21:53Z</dcterms:created>
  <dcterms:modified xsi:type="dcterms:W3CDTF">2026-03-31T17:39:30Z</dcterms:modified>
</cp:coreProperties>
</file>